
<file path=[Content_Types].xml><?xml version="1.0" encoding="utf-8"?>
<Types xmlns="http://schemas.openxmlformats.org/package/2006/content-types">
  <Default ContentType="image/jpeg" Extension="jpg"/>
  <Default ContentType="application/x-fontdata" Extension="fntdata"/>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5.xml"/>
  <Override ContentType="application/vnd.openxmlformats-officedocument.presentationml.slideLayout+xml" PartName="/ppt/slideLayouts/slideLayout18.xml"/>
  <Override ContentType="application/vnd.openxmlformats-officedocument.presentationml.slideLayout+xml" PartName="/ppt/slideLayouts/slideLayout11.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22.xml"/>
  <Override ContentType="application/vnd.openxmlformats-officedocument.presentationml.slideLayout+xml" PartName="/ppt/slideLayouts/slideLayout7.xml"/>
  <Override ContentType="application/vnd.openxmlformats-officedocument.presentationml.slideLayout+xml" PartName="/ppt/slideLayouts/slideLayout16.xml"/>
  <Override ContentType="application/vnd.openxmlformats-officedocument.presentationml.slideLayout+xml" PartName="/ppt/slideLayouts/slideLayout20.xml"/>
  <Override ContentType="application/vnd.openxmlformats-officedocument.presentationml.slideLayout+xml" PartName="/ppt/slideLayouts/slideLayout9.xml"/>
  <Override ContentType="application/vnd.openxmlformats-officedocument.presentationml.slideLayout+xml" PartName="/ppt/slideLayouts/slideLayout19.xml"/>
  <Override ContentType="application/vnd.openxmlformats-officedocument.presentationml.slideLayout+xml" PartName="/ppt/slideLayouts/slideLayout4.xml"/>
  <Override ContentType="application/vnd.openxmlformats-officedocument.presentationml.slideLayout+xml" PartName="/ppt/slideLayouts/slideLayout17.xml"/>
  <Override ContentType="application/vnd.openxmlformats-officedocument.presentationml.slideLayout+xml" PartName="/ppt/slideLayouts/slideLayout14.xml"/>
  <Override ContentType="application/vnd.openxmlformats-officedocument.presentationml.slideLayout+xml" PartName="/ppt/slideLayouts/slideLayout2.xml"/>
  <Override ContentType="application/vnd.openxmlformats-officedocument.presentationml.slideLayout+xml" PartName="/ppt/slideLayouts/slideLayout12.xml"/>
  <Override ContentType="application/vnd.openxmlformats-officedocument.presentationml.slideLayout+xml" PartName="/ppt/slideLayouts/slideLayout10.xml"/>
  <Override ContentType="application/vnd.openxmlformats-officedocument.presentationml.slideLayout+xml" PartName="/ppt/slideLayouts/slideLayout15.xml"/>
  <Override ContentType="application/vnd.openxmlformats-officedocument.presentationml.slideLayout+xml" PartName="/ppt/slideLayouts/slideLayout6.xml"/>
  <Override ContentType="application/vnd.openxmlformats-officedocument.presentationml.slideLayout+xml" PartName="/ppt/slideLayouts/slideLayout23.xml"/>
  <Override ContentType="application/vnd.openxmlformats-officedocument.presentationml.slideLayout+xml" PartName="/ppt/slideLayouts/slideLayout8.xml"/>
  <Override ContentType="application/vnd.openxmlformats-officedocument.presentationml.slideLayout+xml" PartName="/ppt/slideLayouts/slideLayout21.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binary" PartName="/ppt/metadata"/>
  <Override ContentType="application/vnd.openxmlformats-officedocument.presentationml.slide+xml" PartName="/ppt/slides/slide4.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package.core-properties+xml" PartName="/docProps/core.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Types>
</file>

<file path=_rels/.rels><?xml version="1.0" encoding="UTF-8" standalone="yes"?><Relationships xmlns="http://schemas.openxmlformats.org/package/2006/relationships"><Relationship Id="rId1" Type="http://schemas.openxmlformats.org/package/2006/relationships/metadata/core-properties" Target="docProps/core.xml"/><Relationship Id="rId2"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48" r:id="rId3"/>
    <p:sldMasterId id="2147483661" r:id="rId4"/>
  </p:sldMasterIdLst>
  <p:notesMasterIdLst>
    <p:notesMasterId r:id="rId5"/>
  </p:notesMasterIdLst>
  <p:sldIdLst>
    <p:sldId id="256" r:id="rId6"/>
    <p:sldId id="257" r:id="rId7"/>
    <p:sldId id="258" r:id="rId8"/>
    <p:sldId id="259" r:id="rId9"/>
    <p:sldId id="260" r:id="rId10"/>
    <p:sldId id="261" r:id="rId11"/>
    <p:sldId id="262" r:id="rId12"/>
    <p:sldId id="263" r:id="rId13"/>
    <p:sldId id="264" r:id="rId14"/>
    <p:sldId id="265" r:id="rId15"/>
    <p:sldId id="266" r:id="rId16"/>
    <p:sldId id="267" r:id="rId17"/>
    <p:sldId id="268" r:id="rId18"/>
    <p:sldId id="269" r:id="rId19"/>
    <p:sldId id="270" r:id="rId20"/>
  </p:sldIdLst>
  <p:sldSz cy="6858000" cx="12192000"/>
  <p:notesSz cx="6858000" cy="9144000"/>
  <p:embeddedFontLst>
    <p:embeddedFont>
      <p:font typeface="Play"/>
      <p:regular r:id="rId21"/>
      <p:bold r:id="rId22"/>
    </p:embeddedFont>
    <p:embeddedFont>
      <p:font typeface="Roboto"/>
      <p:regular r:id="rId23"/>
      <p:bold r:id="rId24"/>
      <p:italic r:id="rId25"/>
      <p:boldItalic r:id="rId26"/>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extLst>
    <p:ext uri="GoogleSlidesCustomDataVersion2">
      <go:slidesCustomData xmlns:go="http://customooxmlschemas.google.com/" r:id="rId27" roundtripDataSignature="AMtx7mh43V1WpXwVBl/HYByHGq5VaOGuiA=="/>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_rels/presentation.xml.rels><?xml version="1.0" encoding="UTF-8" standalone="yes"?><Relationships xmlns="http://schemas.openxmlformats.org/package/2006/relationships"><Relationship Id="rId20" Type="http://schemas.openxmlformats.org/officeDocument/2006/relationships/slide" Target="slides/slide15.xml"/><Relationship Id="rId22" Type="http://schemas.openxmlformats.org/officeDocument/2006/relationships/font" Target="fonts/Play-bold.fntdata"/><Relationship Id="rId21" Type="http://schemas.openxmlformats.org/officeDocument/2006/relationships/font" Target="fonts/Play-regular.fntdata"/><Relationship Id="rId24" Type="http://schemas.openxmlformats.org/officeDocument/2006/relationships/font" Target="fonts/Roboto-bold.fntdata"/><Relationship Id="rId23" Type="http://schemas.openxmlformats.org/officeDocument/2006/relationships/font" Target="fonts/Roboto-regular.fntdata"/><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slideMaster" Target="slideMasters/slideMaster2.xml"/><Relationship Id="rId9" Type="http://schemas.openxmlformats.org/officeDocument/2006/relationships/slide" Target="slides/slide4.xml"/><Relationship Id="rId26" Type="http://schemas.openxmlformats.org/officeDocument/2006/relationships/font" Target="fonts/Roboto-boldItalic.fntdata"/><Relationship Id="rId25" Type="http://schemas.openxmlformats.org/officeDocument/2006/relationships/font" Target="fonts/Roboto-italic.fntdata"/><Relationship Id="rId27" Type="http://customschemas.google.com/relationships/presentationmetadata" Target="metadata"/><Relationship Id="rId5" Type="http://schemas.openxmlformats.org/officeDocument/2006/relationships/notesMaster" Target="notesMasters/notesMaster1.xml"/><Relationship Id="rId6" Type="http://schemas.openxmlformats.org/officeDocument/2006/relationships/slide" Target="slides/slide1.xml"/><Relationship Id="rId7" Type="http://schemas.openxmlformats.org/officeDocument/2006/relationships/slide" Target="slides/slide2.xml"/><Relationship Id="rId8" Type="http://schemas.openxmlformats.org/officeDocument/2006/relationships/slide" Target="slides/slide3.xml"/><Relationship Id="rId11" Type="http://schemas.openxmlformats.org/officeDocument/2006/relationships/slide" Target="slides/slide6.xml"/><Relationship Id="rId10" Type="http://schemas.openxmlformats.org/officeDocument/2006/relationships/slide" Target="slides/slide5.xml"/><Relationship Id="rId13" Type="http://schemas.openxmlformats.org/officeDocument/2006/relationships/slide" Target="slides/slide8.xml"/><Relationship Id="rId12" Type="http://schemas.openxmlformats.org/officeDocument/2006/relationships/slide" Target="slides/slide7.xml"/><Relationship Id="rId15" Type="http://schemas.openxmlformats.org/officeDocument/2006/relationships/slide" Target="slides/slide10.xml"/><Relationship Id="rId14" Type="http://schemas.openxmlformats.org/officeDocument/2006/relationships/slide" Target="slides/slide9.xml"/><Relationship Id="rId17" Type="http://schemas.openxmlformats.org/officeDocument/2006/relationships/slide" Target="slides/slide12.xml"/><Relationship Id="rId16" Type="http://schemas.openxmlformats.org/officeDocument/2006/relationships/slide" Target="slides/slide11.xml"/><Relationship Id="rId19" Type="http://schemas.openxmlformats.org/officeDocument/2006/relationships/slide" Target="slides/slide14.xml"/><Relationship Id="rId18"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Arial"/>
                <a:ea typeface="Arial"/>
                <a:cs typeface="Arial"/>
                <a:sym typeface="Arial"/>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Arial"/>
                <a:ea typeface="Arial"/>
                <a:cs typeface="Arial"/>
                <a:sym typeface="Arial"/>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Arial"/>
                <a:ea typeface="Arial"/>
                <a:cs typeface="Arial"/>
                <a:sym typeface="Arial"/>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Arial"/>
                <a:ea typeface="Arial"/>
                <a:cs typeface="Arial"/>
                <a:sym typeface="Arial"/>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Arial"/>
                <a:ea typeface="Arial"/>
                <a:cs typeface="Arial"/>
                <a:sym typeface="Arial"/>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Arial"/>
                <a:ea typeface="Arial"/>
                <a:cs typeface="Arial"/>
                <a:sym typeface="Arial"/>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Arial"/>
                <a:ea typeface="Arial"/>
                <a:cs typeface="Arial"/>
                <a:sym typeface="Arial"/>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Arial"/>
                <a:ea typeface="Arial"/>
                <a:cs typeface="Arial"/>
                <a:sym typeface="Arial"/>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Arial"/>
                <a:ea typeface="Arial"/>
                <a:cs typeface="Arial"/>
                <a:sym typeface="Arial"/>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lnSpc>
                <a:spcPct val="100000"/>
              </a:lnSpc>
              <a:spcBef>
                <a:spcPts val="0"/>
              </a:spcBef>
              <a:spcAft>
                <a:spcPts val="0"/>
              </a:spcAft>
              <a:buClr>
                <a:srgbClr val="000000"/>
              </a:buClr>
              <a:buSzPts val="1400"/>
              <a:buFont typeface="Arial"/>
              <a:buNone/>
              <a:defRPr b="0" i="0" sz="1200" u="none" cap="none" strike="noStrike">
                <a:solidFill>
                  <a:schemeClr val="dk1"/>
                </a:solidFill>
                <a:latin typeface="Arial"/>
                <a:ea typeface="Arial"/>
                <a:cs typeface="Arial"/>
                <a:sym typeface="Arial"/>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Arial"/>
                <a:ea typeface="Arial"/>
                <a:cs typeface="Arial"/>
                <a:sym typeface="Arial"/>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Arial"/>
                <a:ea typeface="Arial"/>
                <a:cs typeface="Arial"/>
                <a:sym typeface="Arial"/>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Arial"/>
                <a:ea typeface="Arial"/>
                <a:cs typeface="Arial"/>
                <a:sym typeface="Arial"/>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Arial"/>
                <a:ea typeface="Arial"/>
                <a:cs typeface="Arial"/>
                <a:sym typeface="Arial"/>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Arial"/>
                <a:ea typeface="Arial"/>
                <a:cs typeface="Arial"/>
                <a:sym typeface="Arial"/>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Arial"/>
                <a:ea typeface="Arial"/>
                <a:cs typeface="Arial"/>
                <a:sym typeface="Arial"/>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Arial"/>
                <a:ea typeface="Arial"/>
                <a:cs typeface="Arial"/>
                <a:sym typeface="Arial"/>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Arial"/>
                <a:ea typeface="Arial"/>
                <a:cs typeface="Arial"/>
                <a:sym typeface="Arial"/>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Arial"/>
                <a:ea typeface="Arial"/>
                <a:cs typeface="Arial"/>
                <a:sym typeface="Arial"/>
              </a:defRPr>
            </a:lvl1pPr>
            <a:lvl2pPr indent="-228600" lvl="1" marL="9144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Arial"/>
                <a:ea typeface="Arial"/>
                <a:cs typeface="Arial"/>
                <a:sym typeface="Arial"/>
              </a:defRPr>
            </a:lvl2pPr>
            <a:lvl3pPr indent="-228600" lvl="2" marL="13716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Arial"/>
                <a:ea typeface="Arial"/>
                <a:cs typeface="Arial"/>
                <a:sym typeface="Arial"/>
              </a:defRPr>
            </a:lvl3pPr>
            <a:lvl4pPr indent="-228600" lvl="3" marL="18288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Arial"/>
                <a:ea typeface="Arial"/>
                <a:cs typeface="Arial"/>
                <a:sym typeface="Arial"/>
              </a:defRPr>
            </a:lvl4pPr>
            <a:lvl5pPr indent="-228600" lvl="4" marL="22860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Arial"/>
                <a:ea typeface="Arial"/>
                <a:cs typeface="Arial"/>
                <a:sym typeface="Arial"/>
              </a:defRPr>
            </a:lvl5pPr>
            <a:lvl6pPr indent="-228600" lvl="5" marL="27432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Arial"/>
                <a:ea typeface="Arial"/>
                <a:cs typeface="Arial"/>
                <a:sym typeface="Arial"/>
              </a:defRPr>
            </a:lvl6pPr>
            <a:lvl7pPr indent="-228600" lvl="6" marL="32004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Arial"/>
                <a:ea typeface="Arial"/>
                <a:cs typeface="Arial"/>
                <a:sym typeface="Arial"/>
              </a:defRPr>
            </a:lvl7pPr>
            <a:lvl8pPr indent="-228600" lvl="7" marL="36576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Arial"/>
                <a:ea typeface="Arial"/>
                <a:cs typeface="Arial"/>
                <a:sym typeface="Arial"/>
              </a:defRPr>
            </a:lvl8pPr>
            <a:lvl9pPr indent="-228600" lvl="8" marL="41148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Arial"/>
                <a:ea typeface="Arial"/>
                <a:cs typeface="Arial"/>
                <a:sym typeface="Arial"/>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Arial"/>
                <a:ea typeface="Arial"/>
                <a:cs typeface="Arial"/>
                <a:sym typeface="Arial"/>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Arial"/>
                <a:ea typeface="Arial"/>
                <a:cs typeface="Arial"/>
                <a:sym typeface="Arial"/>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Arial"/>
                <a:ea typeface="Arial"/>
                <a:cs typeface="Arial"/>
                <a:sym typeface="Arial"/>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Arial"/>
                <a:ea typeface="Arial"/>
                <a:cs typeface="Arial"/>
                <a:sym typeface="Arial"/>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Arial"/>
                <a:ea typeface="Arial"/>
                <a:cs typeface="Arial"/>
                <a:sym typeface="Arial"/>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Arial"/>
                <a:ea typeface="Arial"/>
                <a:cs typeface="Arial"/>
                <a:sym typeface="Arial"/>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Arial"/>
                <a:ea typeface="Arial"/>
                <a:cs typeface="Arial"/>
                <a:sym typeface="Arial"/>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Arial"/>
                <a:ea typeface="Arial"/>
                <a:cs typeface="Arial"/>
                <a:sym typeface="Arial"/>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Arial"/>
                <a:ea typeface="Arial"/>
                <a:cs typeface="Arial"/>
                <a:sym typeface="Arial"/>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lnSpc>
                <a:spcPct val="100000"/>
              </a:lnSpc>
              <a:spcBef>
                <a:spcPts val="0"/>
              </a:spcBef>
              <a:spcAft>
                <a:spcPts val="0"/>
              </a:spcAft>
              <a:buClr>
                <a:srgbClr val="000000"/>
              </a:buClr>
              <a:buSzPts val="1200"/>
              <a:buFont typeface="Arial"/>
              <a:buNone/>
            </a:pPr>
            <a:fld id="{00000000-1234-1234-1234-123412341234}" type="slidenum">
              <a:rPr b="0" i="0" lang="en-US" sz="1200" u="none" cap="none" strike="noStrike">
                <a:solidFill>
                  <a:schemeClr val="dk1"/>
                </a:solidFill>
                <a:latin typeface="Arial"/>
                <a:ea typeface="Arial"/>
                <a:cs typeface="Arial"/>
                <a:sym typeface="Arial"/>
              </a:rPr>
              <a:t>‹#›</a:t>
            </a:fld>
            <a:endParaRPr b="0" i="0" sz="1200" u="none" cap="none" strike="noStrike">
              <a:solidFill>
                <a:schemeClr val="dk1"/>
              </a:solidFill>
              <a:latin typeface="Arial"/>
              <a:ea typeface="Arial"/>
              <a:cs typeface="Arial"/>
              <a:sym typeface="Arial"/>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5" name="Shape 135"/>
        <p:cNvGrpSpPr/>
        <p:nvPr/>
      </p:nvGrpSpPr>
      <p:grpSpPr>
        <a:xfrm>
          <a:off x="0" y="0"/>
          <a:ext cx="0" cy="0"/>
          <a:chOff x="0" y="0"/>
          <a:chExt cx="0" cy="0"/>
        </a:xfrm>
      </p:grpSpPr>
      <p:sp>
        <p:nvSpPr>
          <p:cNvPr id="136" name="Google Shape;136;g2d5b2b5e3c8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7" name="Google Shape;137;g2d5b2b5e3c8_0_0:notes"/>
          <p:cNvSpPr txBox="1"/>
          <p:nvPr>
            <p:ph idx="1" type="body"/>
          </p:nvPr>
        </p:nvSpPr>
        <p:spPr>
          <a:xfrm>
            <a:off x="685800" y="4343400"/>
            <a:ext cx="5486400" cy="41148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1" name="Shape 151"/>
        <p:cNvGrpSpPr/>
        <p:nvPr/>
      </p:nvGrpSpPr>
      <p:grpSpPr>
        <a:xfrm>
          <a:off x="0" y="0"/>
          <a:ext cx="0" cy="0"/>
          <a:chOff x="0" y="0"/>
          <a:chExt cx="0" cy="0"/>
        </a:xfrm>
      </p:grpSpPr>
      <p:sp>
        <p:nvSpPr>
          <p:cNvPr id="152" name="Google Shape;152;g2d75afc7928_0_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53" name="Google Shape;153;g2d75afc7928_0_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0" name="Shape 160"/>
        <p:cNvGrpSpPr/>
        <p:nvPr/>
      </p:nvGrpSpPr>
      <p:grpSpPr>
        <a:xfrm>
          <a:off x="0" y="0"/>
          <a:ext cx="0" cy="0"/>
          <a:chOff x="0" y="0"/>
          <a:chExt cx="0" cy="0"/>
        </a:xfrm>
      </p:grpSpPr>
      <p:sp>
        <p:nvSpPr>
          <p:cNvPr id="161" name="Google Shape;161;g2d5b2b5e3c8_0_6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62" name="Google Shape;162;g2d5b2b5e3c8_0_6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0" name="Shape 170"/>
        <p:cNvGrpSpPr/>
        <p:nvPr/>
      </p:nvGrpSpPr>
      <p:grpSpPr>
        <a:xfrm>
          <a:off x="0" y="0"/>
          <a:ext cx="0" cy="0"/>
          <a:chOff x="0" y="0"/>
          <a:chExt cx="0" cy="0"/>
        </a:xfrm>
      </p:grpSpPr>
      <p:sp>
        <p:nvSpPr>
          <p:cNvPr id="171" name="Google Shape;171;g2d75afc7928_0_2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72" name="Google Shape;172;g2d75afc7928_0_2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9" name="Shape 179"/>
        <p:cNvGrpSpPr/>
        <p:nvPr/>
      </p:nvGrpSpPr>
      <p:grpSpPr>
        <a:xfrm>
          <a:off x="0" y="0"/>
          <a:ext cx="0" cy="0"/>
          <a:chOff x="0" y="0"/>
          <a:chExt cx="0" cy="0"/>
        </a:xfrm>
      </p:grpSpPr>
      <p:sp>
        <p:nvSpPr>
          <p:cNvPr id="180" name="Google Shape;180;g2d75afc7928_0_3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latin typeface="Calibri"/>
                <a:ea typeface="Calibri"/>
                <a:cs typeface="Calibri"/>
                <a:sym typeface="Calibri"/>
              </a:rPr>
              <a:t>Our leadership team is dedicated to creating a supportive and inclusive space for all members. Join our team and make an impact! Apply for open roles today!</a:t>
            </a:r>
            <a:endParaRPr>
              <a:latin typeface="Calibri"/>
              <a:ea typeface="Calibri"/>
              <a:cs typeface="Calibri"/>
              <a:sym typeface="Calibri"/>
            </a:endParaRPr>
          </a:p>
          <a:p>
            <a:pPr indent="0" lvl="0" marL="0" rtl="0" algn="l">
              <a:lnSpc>
                <a:spcPct val="100000"/>
              </a:lnSpc>
              <a:spcBef>
                <a:spcPts val="0"/>
              </a:spcBef>
              <a:spcAft>
                <a:spcPts val="0"/>
              </a:spcAft>
              <a:buSzPts val="1400"/>
              <a:buNone/>
            </a:pPr>
            <a:r>
              <a:t/>
            </a:r>
            <a:endParaRPr sz="3200">
              <a:latin typeface="Calibri"/>
              <a:ea typeface="Calibri"/>
              <a:cs typeface="Calibri"/>
              <a:sym typeface="Calibri"/>
            </a:endParaRPr>
          </a:p>
        </p:txBody>
      </p:sp>
      <p:sp>
        <p:nvSpPr>
          <p:cNvPr id="181" name="Google Shape;181;g2d75afc7928_0_3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1" name="Shape 191"/>
        <p:cNvGrpSpPr/>
        <p:nvPr/>
      </p:nvGrpSpPr>
      <p:grpSpPr>
        <a:xfrm>
          <a:off x="0" y="0"/>
          <a:ext cx="0" cy="0"/>
          <a:chOff x="0" y="0"/>
          <a:chExt cx="0" cy="0"/>
        </a:xfrm>
      </p:grpSpPr>
      <p:sp>
        <p:nvSpPr>
          <p:cNvPr id="192" name="Google Shape;192;g2d75afc7928_0_4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93" name="Google Shape;193;g2d75afc7928_0_4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0" name="Shape 200"/>
        <p:cNvGrpSpPr/>
        <p:nvPr/>
      </p:nvGrpSpPr>
      <p:grpSpPr>
        <a:xfrm>
          <a:off x="0" y="0"/>
          <a:ext cx="0" cy="0"/>
          <a:chOff x="0" y="0"/>
          <a:chExt cx="0" cy="0"/>
        </a:xfrm>
      </p:grpSpPr>
      <p:sp>
        <p:nvSpPr>
          <p:cNvPr id="201" name="Google Shape;201;g2d75afc7928_0_5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202" name="Google Shape;202;g2d75afc7928_0_5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0" name="Shape 210"/>
        <p:cNvGrpSpPr/>
        <p:nvPr/>
      </p:nvGrpSpPr>
      <p:grpSpPr>
        <a:xfrm>
          <a:off x="0" y="0"/>
          <a:ext cx="0" cy="0"/>
          <a:chOff x="0" y="0"/>
          <a:chExt cx="0" cy="0"/>
        </a:xfrm>
      </p:grpSpPr>
      <p:sp>
        <p:nvSpPr>
          <p:cNvPr id="211" name="Google Shape;211;g2d75afc7928_0_6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212" name="Google Shape;212;g2d75afc7928_0_6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9" name="Shape 219"/>
        <p:cNvGrpSpPr/>
        <p:nvPr/>
      </p:nvGrpSpPr>
      <p:grpSpPr>
        <a:xfrm>
          <a:off x="0" y="0"/>
          <a:ext cx="0" cy="0"/>
          <a:chOff x="0" y="0"/>
          <a:chExt cx="0" cy="0"/>
        </a:xfrm>
      </p:grpSpPr>
      <p:sp>
        <p:nvSpPr>
          <p:cNvPr id="220" name="Google Shape;220;g2d75afc7928_0_1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221" name="Google Shape;221;g2d75afc7928_0_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8" name="Shape 228"/>
        <p:cNvGrpSpPr/>
        <p:nvPr/>
      </p:nvGrpSpPr>
      <p:grpSpPr>
        <a:xfrm>
          <a:off x="0" y="0"/>
          <a:ext cx="0" cy="0"/>
          <a:chOff x="0" y="0"/>
          <a:chExt cx="0" cy="0"/>
        </a:xfrm>
      </p:grpSpPr>
      <p:sp>
        <p:nvSpPr>
          <p:cNvPr id="229" name="Google Shape;229;g322ebcb38d1_0_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230" name="Google Shape;230;g322ebcb38d1_0_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7" name="Shape 237"/>
        <p:cNvGrpSpPr/>
        <p:nvPr/>
      </p:nvGrpSpPr>
      <p:grpSpPr>
        <a:xfrm>
          <a:off x="0" y="0"/>
          <a:ext cx="0" cy="0"/>
          <a:chOff x="0" y="0"/>
          <a:chExt cx="0" cy="0"/>
        </a:xfrm>
      </p:grpSpPr>
      <p:sp>
        <p:nvSpPr>
          <p:cNvPr id="238" name="Google Shape;238;g322ebcb38d1_0_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39" name="Google Shape;239;g322ebcb38d1_0_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240" name="Google Shape;240;g322ebcb38d1_0_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8" name="Shape 248"/>
        <p:cNvGrpSpPr/>
        <p:nvPr/>
      </p:nvGrpSpPr>
      <p:grpSpPr>
        <a:xfrm>
          <a:off x="0" y="0"/>
          <a:ext cx="0" cy="0"/>
          <a:chOff x="0" y="0"/>
          <a:chExt cx="0" cy="0"/>
        </a:xfrm>
      </p:grpSpPr>
      <p:sp>
        <p:nvSpPr>
          <p:cNvPr id="249" name="Google Shape;249;g325cb273146_0_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50" name="Google Shape;250;g325cb273146_0_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251" name="Google Shape;251;g325cb273146_0_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8" name="Shape 258"/>
        <p:cNvGrpSpPr/>
        <p:nvPr/>
      </p:nvGrpSpPr>
      <p:grpSpPr>
        <a:xfrm>
          <a:off x="0" y="0"/>
          <a:ext cx="0" cy="0"/>
          <a:chOff x="0" y="0"/>
          <a:chExt cx="0" cy="0"/>
        </a:xfrm>
      </p:grpSpPr>
      <p:sp>
        <p:nvSpPr>
          <p:cNvPr id="259" name="Google Shape;259;g2d75afc7928_0_7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260" name="Google Shape;260;g2d75afc7928_0_7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7" name="Shape 267"/>
        <p:cNvGrpSpPr/>
        <p:nvPr/>
      </p:nvGrpSpPr>
      <p:grpSpPr>
        <a:xfrm>
          <a:off x="0" y="0"/>
          <a:ext cx="0" cy="0"/>
          <a:chOff x="0" y="0"/>
          <a:chExt cx="0" cy="0"/>
        </a:xfrm>
      </p:grpSpPr>
      <p:sp>
        <p:nvSpPr>
          <p:cNvPr id="268" name="Google Shape;268;g2d5b2b5e3c8_0_14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269" name="Google Shape;269;g2d5b2b5e3c8_0_14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4" name="Shape 274"/>
        <p:cNvGrpSpPr/>
        <p:nvPr/>
      </p:nvGrpSpPr>
      <p:grpSpPr>
        <a:xfrm>
          <a:off x="0" y="0"/>
          <a:ext cx="0" cy="0"/>
          <a:chOff x="0" y="0"/>
          <a:chExt cx="0" cy="0"/>
        </a:xfrm>
      </p:grpSpPr>
      <p:sp>
        <p:nvSpPr>
          <p:cNvPr id="275" name="Google Shape;275;g32248793e7f_0_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76" name="Google Shape;276;g32248793e7f_0_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277" name="Google Shape;277;g32248793e7f_0_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13" name="Shape 13"/>
        <p:cNvGrpSpPr/>
        <p:nvPr/>
      </p:nvGrpSpPr>
      <p:grpSpPr>
        <a:xfrm>
          <a:off x="0" y="0"/>
          <a:ext cx="0" cy="0"/>
          <a:chOff x="0" y="0"/>
          <a:chExt cx="0" cy="0"/>
        </a:xfrm>
      </p:grpSpPr>
      <p:sp>
        <p:nvSpPr>
          <p:cNvPr id="14" name="Google Shape;14;g311fd835375_0_89"/>
          <p:cNvSpPr txBox="1"/>
          <p:nvPr>
            <p:ph type="ctrTitle"/>
          </p:nvPr>
        </p:nvSpPr>
        <p:spPr>
          <a:xfrm>
            <a:off x="415611" y="992767"/>
            <a:ext cx="11360700" cy="2736900"/>
          </a:xfrm>
          <a:prstGeom prst="rect">
            <a:avLst/>
          </a:prstGeom>
          <a:noFill/>
          <a:ln>
            <a:noFill/>
          </a:ln>
        </p:spPr>
        <p:txBody>
          <a:bodyPr anchorCtr="0" anchor="b" bIns="121900" lIns="121900" spcFirstLastPara="1" rIns="121900" wrap="square" tIns="121900">
            <a:normAutofit/>
          </a:bodyPr>
          <a:lstStyle>
            <a:lvl1pPr lvl="0" algn="ctr">
              <a:lnSpc>
                <a:spcPct val="100000"/>
              </a:lnSpc>
              <a:spcBef>
                <a:spcPts val="0"/>
              </a:spcBef>
              <a:spcAft>
                <a:spcPts val="0"/>
              </a:spcAft>
              <a:buSzPts val="6900"/>
              <a:buNone/>
              <a:defRPr sz="6900"/>
            </a:lvl1pPr>
            <a:lvl2pPr lvl="1" algn="ctr">
              <a:lnSpc>
                <a:spcPct val="100000"/>
              </a:lnSpc>
              <a:spcBef>
                <a:spcPts val="0"/>
              </a:spcBef>
              <a:spcAft>
                <a:spcPts val="0"/>
              </a:spcAft>
              <a:buSzPts val="6900"/>
              <a:buNone/>
              <a:defRPr sz="6900"/>
            </a:lvl2pPr>
            <a:lvl3pPr lvl="2" algn="ctr">
              <a:lnSpc>
                <a:spcPct val="100000"/>
              </a:lnSpc>
              <a:spcBef>
                <a:spcPts val="0"/>
              </a:spcBef>
              <a:spcAft>
                <a:spcPts val="0"/>
              </a:spcAft>
              <a:buSzPts val="6900"/>
              <a:buNone/>
              <a:defRPr sz="6900"/>
            </a:lvl3pPr>
            <a:lvl4pPr lvl="3" algn="ctr">
              <a:lnSpc>
                <a:spcPct val="100000"/>
              </a:lnSpc>
              <a:spcBef>
                <a:spcPts val="0"/>
              </a:spcBef>
              <a:spcAft>
                <a:spcPts val="0"/>
              </a:spcAft>
              <a:buSzPts val="6900"/>
              <a:buNone/>
              <a:defRPr sz="6900"/>
            </a:lvl4pPr>
            <a:lvl5pPr lvl="4" algn="ctr">
              <a:lnSpc>
                <a:spcPct val="100000"/>
              </a:lnSpc>
              <a:spcBef>
                <a:spcPts val="0"/>
              </a:spcBef>
              <a:spcAft>
                <a:spcPts val="0"/>
              </a:spcAft>
              <a:buSzPts val="6900"/>
              <a:buNone/>
              <a:defRPr sz="6900"/>
            </a:lvl5pPr>
            <a:lvl6pPr lvl="5" algn="ctr">
              <a:lnSpc>
                <a:spcPct val="100000"/>
              </a:lnSpc>
              <a:spcBef>
                <a:spcPts val="0"/>
              </a:spcBef>
              <a:spcAft>
                <a:spcPts val="0"/>
              </a:spcAft>
              <a:buSzPts val="6900"/>
              <a:buNone/>
              <a:defRPr sz="6900"/>
            </a:lvl6pPr>
            <a:lvl7pPr lvl="6" algn="ctr">
              <a:lnSpc>
                <a:spcPct val="100000"/>
              </a:lnSpc>
              <a:spcBef>
                <a:spcPts val="0"/>
              </a:spcBef>
              <a:spcAft>
                <a:spcPts val="0"/>
              </a:spcAft>
              <a:buSzPts val="6900"/>
              <a:buNone/>
              <a:defRPr sz="6900"/>
            </a:lvl7pPr>
            <a:lvl8pPr lvl="7" algn="ctr">
              <a:lnSpc>
                <a:spcPct val="100000"/>
              </a:lnSpc>
              <a:spcBef>
                <a:spcPts val="0"/>
              </a:spcBef>
              <a:spcAft>
                <a:spcPts val="0"/>
              </a:spcAft>
              <a:buSzPts val="6900"/>
              <a:buNone/>
              <a:defRPr sz="6900"/>
            </a:lvl8pPr>
            <a:lvl9pPr lvl="8" algn="ctr">
              <a:lnSpc>
                <a:spcPct val="100000"/>
              </a:lnSpc>
              <a:spcBef>
                <a:spcPts val="0"/>
              </a:spcBef>
              <a:spcAft>
                <a:spcPts val="0"/>
              </a:spcAft>
              <a:buSzPts val="6900"/>
              <a:buNone/>
              <a:defRPr sz="6900"/>
            </a:lvl9pPr>
          </a:lstStyle>
          <a:p/>
        </p:txBody>
      </p:sp>
      <p:sp>
        <p:nvSpPr>
          <p:cNvPr id="15" name="Google Shape;15;g311fd835375_0_89"/>
          <p:cNvSpPr txBox="1"/>
          <p:nvPr>
            <p:ph idx="1" type="subTitle"/>
          </p:nvPr>
        </p:nvSpPr>
        <p:spPr>
          <a:xfrm>
            <a:off x="415600" y="3778833"/>
            <a:ext cx="11360700" cy="1056900"/>
          </a:xfrm>
          <a:prstGeom prst="rect">
            <a:avLst/>
          </a:prstGeom>
          <a:noFill/>
          <a:ln>
            <a:noFill/>
          </a:ln>
        </p:spPr>
        <p:txBody>
          <a:bodyPr anchorCtr="0" anchor="t" bIns="121900" lIns="121900" spcFirstLastPara="1" rIns="121900" wrap="square" tIns="121900">
            <a:normAutofit/>
          </a:bodyPr>
          <a:lstStyle>
            <a:lvl1pPr lvl="0" algn="ctr">
              <a:lnSpc>
                <a:spcPct val="100000"/>
              </a:lnSpc>
              <a:spcBef>
                <a:spcPts val="0"/>
              </a:spcBef>
              <a:spcAft>
                <a:spcPts val="0"/>
              </a:spcAft>
              <a:buSzPts val="3700"/>
              <a:buNone/>
              <a:defRPr sz="3700"/>
            </a:lvl1pPr>
            <a:lvl2pPr lvl="1" algn="ctr">
              <a:lnSpc>
                <a:spcPct val="100000"/>
              </a:lnSpc>
              <a:spcBef>
                <a:spcPts val="0"/>
              </a:spcBef>
              <a:spcAft>
                <a:spcPts val="0"/>
              </a:spcAft>
              <a:buSzPts val="3700"/>
              <a:buNone/>
              <a:defRPr sz="3700"/>
            </a:lvl2pPr>
            <a:lvl3pPr lvl="2" algn="ctr">
              <a:lnSpc>
                <a:spcPct val="100000"/>
              </a:lnSpc>
              <a:spcBef>
                <a:spcPts val="0"/>
              </a:spcBef>
              <a:spcAft>
                <a:spcPts val="0"/>
              </a:spcAft>
              <a:buSzPts val="3700"/>
              <a:buNone/>
              <a:defRPr sz="3700"/>
            </a:lvl3pPr>
            <a:lvl4pPr lvl="3" algn="ctr">
              <a:lnSpc>
                <a:spcPct val="100000"/>
              </a:lnSpc>
              <a:spcBef>
                <a:spcPts val="0"/>
              </a:spcBef>
              <a:spcAft>
                <a:spcPts val="0"/>
              </a:spcAft>
              <a:buSzPts val="3700"/>
              <a:buNone/>
              <a:defRPr sz="3700"/>
            </a:lvl4pPr>
            <a:lvl5pPr lvl="4" algn="ctr">
              <a:lnSpc>
                <a:spcPct val="100000"/>
              </a:lnSpc>
              <a:spcBef>
                <a:spcPts val="0"/>
              </a:spcBef>
              <a:spcAft>
                <a:spcPts val="0"/>
              </a:spcAft>
              <a:buSzPts val="3700"/>
              <a:buNone/>
              <a:defRPr sz="3700"/>
            </a:lvl5pPr>
            <a:lvl6pPr lvl="5" algn="ctr">
              <a:lnSpc>
                <a:spcPct val="100000"/>
              </a:lnSpc>
              <a:spcBef>
                <a:spcPts val="0"/>
              </a:spcBef>
              <a:spcAft>
                <a:spcPts val="0"/>
              </a:spcAft>
              <a:buSzPts val="3700"/>
              <a:buNone/>
              <a:defRPr sz="3700"/>
            </a:lvl6pPr>
            <a:lvl7pPr lvl="6" algn="ctr">
              <a:lnSpc>
                <a:spcPct val="100000"/>
              </a:lnSpc>
              <a:spcBef>
                <a:spcPts val="0"/>
              </a:spcBef>
              <a:spcAft>
                <a:spcPts val="0"/>
              </a:spcAft>
              <a:buSzPts val="3700"/>
              <a:buNone/>
              <a:defRPr sz="3700"/>
            </a:lvl7pPr>
            <a:lvl8pPr lvl="7" algn="ctr">
              <a:lnSpc>
                <a:spcPct val="100000"/>
              </a:lnSpc>
              <a:spcBef>
                <a:spcPts val="0"/>
              </a:spcBef>
              <a:spcAft>
                <a:spcPts val="0"/>
              </a:spcAft>
              <a:buSzPts val="3700"/>
              <a:buNone/>
              <a:defRPr sz="3700"/>
            </a:lvl8pPr>
            <a:lvl9pPr lvl="8" algn="ctr">
              <a:lnSpc>
                <a:spcPct val="100000"/>
              </a:lnSpc>
              <a:spcBef>
                <a:spcPts val="0"/>
              </a:spcBef>
              <a:spcAft>
                <a:spcPts val="0"/>
              </a:spcAft>
              <a:buSzPts val="3700"/>
              <a:buNone/>
              <a:defRPr sz="3700"/>
            </a:lvl9pPr>
          </a:lstStyle>
          <a:p/>
        </p:txBody>
      </p:sp>
      <p:sp>
        <p:nvSpPr>
          <p:cNvPr id="16" name="Google Shape;16;g311fd835375_0_89"/>
          <p:cNvSpPr txBox="1"/>
          <p:nvPr>
            <p:ph idx="12" type="sldNum"/>
          </p:nvPr>
        </p:nvSpPr>
        <p:spPr>
          <a:xfrm>
            <a:off x="11296610" y="6217622"/>
            <a:ext cx="731700" cy="524700"/>
          </a:xfrm>
          <a:prstGeom prst="rect">
            <a:avLst/>
          </a:prstGeom>
          <a:noFill/>
          <a:ln>
            <a:noFill/>
          </a:ln>
        </p:spPr>
        <p:txBody>
          <a:bodyPr anchorCtr="0" anchor="ctr" bIns="121900" lIns="121900" spcFirstLastPara="1" rIns="121900" wrap="square" tIns="121900">
            <a:normAutofit/>
          </a:bodyPr>
          <a:lstStyle>
            <a:lvl1pPr indent="0" lvl="0" marL="0" marR="0" algn="r">
              <a:lnSpc>
                <a:spcPct val="100000"/>
              </a:lnSpc>
              <a:spcBef>
                <a:spcPts val="0"/>
              </a:spcBef>
              <a:spcAft>
                <a:spcPts val="0"/>
              </a:spcAft>
              <a:buClr>
                <a:srgbClr val="000000"/>
              </a:buClr>
              <a:buSzPts val="1300"/>
              <a:buFont typeface="Arial"/>
              <a:buNone/>
              <a:defRPr b="0" i="0" sz="13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300"/>
              <a:buFont typeface="Arial"/>
              <a:buNone/>
              <a:defRPr b="0" i="0" sz="13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300"/>
              <a:buFont typeface="Arial"/>
              <a:buNone/>
              <a:defRPr b="0" i="0" sz="13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300"/>
              <a:buFont typeface="Arial"/>
              <a:buNone/>
              <a:defRPr b="0" i="0" sz="13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300"/>
              <a:buFont typeface="Arial"/>
              <a:buNone/>
              <a:defRPr b="0" i="0" sz="13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300"/>
              <a:buFont typeface="Arial"/>
              <a:buNone/>
              <a:defRPr b="0" i="0" sz="13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300"/>
              <a:buFont typeface="Arial"/>
              <a:buNone/>
              <a:defRPr b="0" i="0" sz="13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300"/>
              <a:buFont typeface="Arial"/>
              <a:buNone/>
              <a:defRPr b="0" i="0" sz="13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300"/>
              <a:buFont typeface="Arial"/>
              <a:buNone/>
              <a:defRPr b="0" i="0" sz="13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7" name="Shape 17"/>
        <p:cNvGrpSpPr/>
        <p:nvPr/>
      </p:nvGrpSpPr>
      <p:grpSpPr>
        <a:xfrm>
          <a:off x="0" y="0"/>
          <a:ext cx="0" cy="0"/>
          <a:chOff x="0" y="0"/>
          <a:chExt cx="0" cy="0"/>
        </a:xfrm>
      </p:grpSpPr>
      <p:sp>
        <p:nvSpPr>
          <p:cNvPr id="18" name="Google Shape;18;g311fd835375_0_93"/>
          <p:cNvSpPr txBox="1"/>
          <p:nvPr>
            <p:ph type="title"/>
          </p:nvPr>
        </p:nvSpPr>
        <p:spPr>
          <a:xfrm>
            <a:off x="415600" y="2867800"/>
            <a:ext cx="11360700" cy="1122300"/>
          </a:xfrm>
          <a:prstGeom prst="rect">
            <a:avLst/>
          </a:prstGeom>
          <a:noFill/>
          <a:ln>
            <a:noFill/>
          </a:ln>
        </p:spPr>
        <p:txBody>
          <a:bodyPr anchorCtr="0" anchor="ctr" bIns="121900" lIns="121900" spcFirstLastPara="1" rIns="121900" wrap="square" tIns="121900">
            <a:normAutofit/>
          </a:bodyPr>
          <a:lstStyle>
            <a:lvl1pPr lvl="0" algn="ctr">
              <a:lnSpc>
                <a:spcPct val="100000"/>
              </a:lnSpc>
              <a:spcBef>
                <a:spcPts val="0"/>
              </a:spcBef>
              <a:spcAft>
                <a:spcPts val="0"/>
              </a:spcAft>
              <a:buSzPts val="4800"/>
              <a:buNone/>
              <a:defRPr sz="4800"/>
            </a:lvl1pPr>
            <a:lvl2pPr lvl="1" algn="ctr">
              <a:lnSpc>
                <a:spcPct val="100000"/>
              </a:lnSpc>
              <a:spcBef>
                <a:spcPts val="0"/>
              </a:spcBef>
              <a:spcAft>
                <a:spcPts val="0"/>
              </a:spcAft>
              <a:buSzPts val="4800"/>
              <a:buNone/>
              <a:defRPr sz="4800"/>
            </a:lvl2pPr>
            <a:lvl3pPr lvl="2" algn="ctr">
              <a:lnSpc>
                <a:spcPct val="100000"/>
              </a:lnSpc>
              <a:spcBef>
                <a:spcPts val="0"/>
              </a:spcBef>
              <a:spcAft>
                <a:spcPts val="0"/>
              </a:spcAft>
              <a:buSzPts val="4800"/>
              <a:buNone/>
              <a:defRPr sz="4800"/>
            </a:lvl3pPr>
            <a:lvl4pPr lvl="3" algn="ctr">
              <a:lnSpc>
                <a:spcPct val="100000"/>
              </a:lnSpc>
              <a:spcBef>
                <a:spcPts val="0"/>
              </a:spcBef>
              <a:spcAft>
                <a:spcPts val="0"/>
              </a:spcAft>
              <a:buSzPts val="4800"/>
              <a:buNone/>
              <a:defRPr sz="4800"/>
            </a:lvl4pPr>
            <a:lvl5pPr lvl="4" algn="ctr">
              <a:lnSpc>
                <a:spcPct val="100000"/>
              </a:lnSpc>
              <a:spcBef>
                <a:spcPts val="0"/>
              </a:spcBef>
              <a:spcAft>
                <a:spcPts val="0"/>
              </a:spcAft>
              <a:buSzPts val="4800"/>
              <a:buNone/>
              <a:defRPr sz="4800"/>
            </a:lvl5pPr>
            <a:lvl6pPr lvl="5" algn="ctr">
              <a:lnSpc>
                <a:spcPct val="100000"/>
              </a:lnSpc>
              <a:spcBef>
                <a:spcPts val="0"/>
              </a:spcBef>
              <a:spcAft>
                <a:spcPts val="0"/>
              </a:spcAft>
              <a:buSzPts val="4800"/>
              <a:buNone/>
              <a:defRPr sz="4800"/>
            </a:lvl6pPr>
            <a:lvl7pPr lvl="6" algn="ctr">
              <a:lnSpc>
                <a:spcPct val="100000"/>
              </a:lnSpc>
              <a:spcBef>
                <a:spcPts val="0"/>
              </a:spcBef>
              <a:spcAft>
                <a:spcPts val="0"/>
              </a:spcAft>
              <a:buSzPts val="4800"/>
              <a:buNone/>
              <a:defRPr sz="4800"/>
            </a:lvl7pPr>
            <a:lvl8pPr lvl="7" algn="ctr">
              <a:lnSpc>
                <a:spcPct val="100000"/>
              </a:lnSpc>
              <a:spcBef>
                <a:spcPts val="0"/>
              </a:spcBef>
              <a:spcAft>
                <a:spcPts val="0"/>
              </a:spcAft>
              <a:buSzPts val="4800"/>
              <a:buNone/>
              <a:defRPr sz="4800"/>
            </a:lvl8pPr>
            <a:lvl9pPr lvl="8" algn="ctr">
              <a:lnSpc>
                <a:spcPct val="100000"/>
              </a:lnSpc>
              <a:spcBef>
                <a:spcPts val="0"/>
              </a:spcBef>
              <a:spcAft>
                <a:spcPts val="0"/>
              </a:spcAft>
              <a:buSzPts val="4800"/>
              <a:buNone/>
              <a:defRPr sz="4800"/>
            </a:lvl9pPr>
          </a:lstStyle>
          <a:p/>
        </p:txBody>
      </p:sp>
      <p:sp>
        <p:nvSpPr>
          <p:cNvPr id="19" name="Google Shape;19;g311fd835375_0_93"/>
          <p:cNvSpPr txBox="1"/>
          <p:nvPr>
            <p:ph idx="12" type="sldNum"/>
          </p:nvPr>
        </p:nvSpPr>
        <p:spPr>
          <a:xfrm>
            <a:off x="11296610" y="6217622"/>
            <a:ext cx="731700" cy="524700"/>
          </a:xfrm>
          <a:prstGeom prst="rect">
            <a:avLst/>
          </a:prstGeom>
          <a:noFill/>
          <a:ln>
            <a:noFill/>
          </a:ln>
        </p:spPr>
        <p:txBody>
          <a:bodyPr anchorCtr="0" anchor="ctr" bIns="121900" lIns="121900" spcFirstLastPara="1" rIns="121900" wrap="square" tIns="121900">
            <a:normAutofit/>
          </a:bodyPr>
          <a:lstStyle>
            <a:lvl1pPr indent="0" lvl="0" marL="0" marR="0" algn="r">
              <a:lnSpc>
                <a:spcPct val="100000"/>
              </a:lnSpc>
              <a:spcBef>
                <a:spcPts val="0"/>
              </a:spcBef>
              <a:spcAft>
                <a:spcPts val="0"/>
              </a:spcAft>
              <a:buClr>
                <a:srgbClr val="000000"/>
              </a:buClr>
              <a:buSzPts val="1300"/>
              <a:buFont typeface="Arial"/>
              <a:buNone/>
              <a:defRPr b="0" i="0" sz="13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300"/>
              <a:buFont typeface="Arial"/>
              <a:buNone/>
              <a:defRPr b="0" i="0" sz="13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300"/>
              <a:buFont typeface="Arial"/>
              <a:buNone/>
              <a:defRPr b="0" i="0" sz="13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300"/>
              <a:buFont typeface="Arial"/>
              <a:buNone/>
              <a:defRPr b="0" i="0" sz="13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300"/>
              <a:buFont typeface="Arial"/>
              <a:buNone/>
              <a:defRPr b="0" i="0" sz="13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300"/>
              <a:buFont typeface="Arial"/>
              <a:buNone/>
              <a:defRPr b="0" i="0" sz="13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300"/>
              <a:buFont typeface="Arial"/>
              <a:buNone/>
              <a:defRPr b="0" i="0" sz="13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300"/>
              <a:buFont typeface="Arial"/>
              <a:buNone/>
              <a:defRPr b="0" i="0" sz="13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300"/>
              <a:buFont typeface="Arial"/>
              <a:buNone/>
              <a:defRPr b="0" i="0" sz="13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20" name="Shape 20"/>
        <p:cNvGrpSpPr/>
        <p:nvPr/>
      </p:nvGrpSpPr>
      <p:grpSpPr>
        <a:xfrm>
          <a:off x="0" y="0"/>
          <a:ext cx="0" cy="0"/>
          <a:chOff x="0" y="0"/>
          <a:chExt cx="0" cy="0"/>
        </a:xfrm>
      </p:grpSpPr>
      <p:sp>
        <p:nvSpPr>
          <p:cNvPr id="21" name="Google Shape;21;g311fd835375_0_96"/>
          <p:cNvSpPr txBox="1"/>
          <p:nvPr>
            <p:ph type="title"/>
          </p:nvPr>
        </p:nvSpPr>
        <p:spPr>
          <a:xfrm>
            <a:off x="415600" y="593367"/>
            <a:ext cx="11360700" cy="763500"/>
          </a:xfrm>
          <a:prstGeom prst="rect">
            <a:avLst/>
          </a:prstGeom>
          <a:noFill/>
          <a:ln>
            <a:noFill/>
          </a:ln>
        </p:spPr>
        <p:txBody>
          <a:bodyPr anchorCtr="0" anchor="t" bIns="121900" lIns="121900" spcFirstLastPara="1" rIns="121900" wrap="square" tIns="121900">
            <a:normAutofit/>
          </a:bodyPr>
          <a:lstStyle>
            <a:lvl1pPr lvl="0" algn="l">
              <a:lnSpc>
                <a:spcPct val="100000"/>
              </a:lnSpc>
              <a:spcBef>
                <a:spcPts val="0"/>
              </a:spcBef>
              <a:spcAft>
                <a:spcPts val="0"/>
              </a:spcAft>
              <a:buSzPts val="3700"/>
              <a:buNone/>
              <a:defRPr/>
            </a:lvl1pPr>
            <a:lvl2pPr lvl="1" algn="l">
              <a:lnSpc>
                <a:spcPct val="100000"/>
              </a:lnSpc>
              <a:spcBef>
                <a:spcPts val="0"/>
              </a:spcBef>
              <a:spcAft>
                <a:spcPts val="0"/>
              </a:spcAft>
              <a:buSzPts val="3700"/>
              <a:buNone/>
              <a:defRPr/>
            </a:lvl2pPr>
            <a:lvl3pPr lvl="2" algn="l">
              <a:lnSpc>
                <a:spcPct val="100000"/>
              </a:lnSpc>
              <a:spcBef>
                <a:spcPts val="0"/>
              </a:spcBef>
              <a:spcAft>
                <a:spcPts val="0"/>
              </a:spcAft>
              <a:buSzPts val="3700"/>
              <a:buNone/>
              <a:defRPr/>
            </a:lvl3pPr>
            <a:lvl4pPr lvl="3" algn="l">
              <a:lnSpc>
                <a:spcPct val="100000"/>
              </a:lnSpc>
              <a:spcBef>
                <a:spcPts val="0"/>
              </a:spcBef>
              <a:spcAft>
                <a:spcPts val="0"/>
              </a:spcAft>
              <a:buSzPts val="3700"/>
              <a:buNone/>
              <a:defRPr/>
            </a:lvl4pPr>
            <a:lvl5pPr lvl="4" algn="l">
              <a:lnSpc>
                <a:spcPct val="100000"/>
              </a:lnSpc>
              <a:spcBef>
                <a:spcPts val="0"/>
              </a:spcBef>
              <a:spcAft>
                <a:spcPts val="0"/>
              </a:spcAft>
              <a:buSzPts val="3700"/>
              <a:buNone/>
              <a:defRPr/>
            </a:lvl5pPr>
            <a:lvl6pPr lvl="5" algn="l">
              <a:lnSpc>
                <a:spcPct val="100000"/>
              </a:lnSpc>
              <a:spcBef>
                <a:spcPts val="0"/>
              </a:spcBef>
              <a:spcAft>
                <a:spcPts val="0"/>
              </a:spcAft>
              <a:buSzPts val="3700"/>
              <a:buNone/>
              <a:defRPr/>
            </a:lvl6pPr>
            <a:lvl7pPr lvl="6" algn="l">
              <a:lnSpc>
                <a:spcPct val="100000"/>
              </a:lnSpc>
              <a:spcBef>
                <a:spcPts val="0"/>
              </a:spcBef>
              <a:spcAft>
                <a:spcPts val="0"/>
              </a:spcAft>
              <a:buSzPts val="3700"/>
              <a:buNone/>
              <a:defRPr/>
            </a:lvl7pPr>
            <a:lvl8pPr lvl="7" algn="l">
              <a:lnSpc>
                <a:spcPct val="100000"/>
              </a:lnSpc>
              <a:spcBef>
                <a:spcPts val="0"/>
              </a:spcBef>
              <a:spcAft>
                <a:spcPts val="0"/>
              </a:spcAft>
              <a:buSzPts val="3700"/>
              <a:buNone/>
              <a:defRPr/>
            </a:lvl8pPr>
            <a:lvl9pPr lvl="8" algn="l">
              <a:lnSpc>
                <a:spcPct val="100000"/>
              </a:lnSpc>
              <a:spcBef>
                <a:spcPts val="0"/>
              </a:spcBef>
              <a:spcAft>
                <a:spcPts val="0"/>
              </a:spcAft>
              <a:buSzPts val="3700"/>
              <a:buNone/>
              <a:defRPr/>
            </a:lvl9pPr>
          </a:lstStyle>
          <a:p/>
        </p:txBody>
      </p:sp>
      <p:sp>
        <p:nvSpPr>
          <p:cNvPr id="22" name="Google Shape;22;g311fd835375_0_96"/>
          <p:cNvSpPr txBox="1"/>
          <p:nvPr>
            <p:ph idx="1" type="body"/>
          </p:nvPr>
        </p:nvSpPr>
        <p:spPr>
          <a:xfrm>
            <a:off x="415600" y="1536633"/>
            <a:ext cx="11360700" cy="4555200"/>
          </a:xfrm>
          <a:prstGeom prst="rect">
            <a:avLst/>
          </a:prstGeom>
          <a:noFill/>
          <a:ln>
            <a:noFill/>
          </a:ln>
        </p:spPr>
        <p:txBody>
          <a:bodyPr anchorCtr="0" anchor="t" bIns="121900" lIns="121900" spcFirstLastPara="1" rIns="121900" wrap="square" tIns="121900">
            <a:normAutofit/>
          </a:bodyPr>
          <a:lstStyle>
            <a:lvl1pPr indent="-381000" lvl="0" marL="457200" algn="l">
              <a:lnSpc>
                <a:spcPct val="115000"/>
              </a:lnSpc>
              <a:spcBef>
                <a:spcPts val="0"/>
              </a:spcBef>
              <a:spcAft>
                <a:spcPts val="0"/>
              </a:spcAft>
              <a:buSzPts val="2400"/>
              <a:buChar char="●"/>
              <a:defRPr/>
            </a:lvl1pPr>
            <a:lvl2pPr indent="-349250" lvl="1" marL="914400" algn="l">
              <a:lnSpc>
                <a:spcPct val="115000"/>
              </a:lnSpc>
              <a:spcBef>
                <a:spcPts val="0"/>
              </a:spcBef>
              <a:spcAft>
                <a:spcPts val="0"/>
              </a:spcAft>
              <a:buSzPts val="1900"/>
              <a:buChar char="○"/>
              <a:defRPr/>
            </a:lvl2pPr>
            <a:lvl3pPr indent="-349250" lvl="2" marL="1371600" algn="l">
              <a:lnSpc>
                <a:spcPct val="115000"/>
              </a:lnSpc>
              <a:spcBef>
                <a:spcPts val="0"/>
              </a:spcBef>
              <a:spcAft>
                <a:spcPts val="0"/>
              </a:spcAft>
              <a:buSzPts val="1900"/>
              <a:buChar char="■"/>
              <a:defRPr/>
            </a:lvl3pPr>
            <a:lvl4pPr indent="-349250" lvl="3" marL="1828800" algn="l">
              <a:lnSpc>
                <a:spcPct val="115000"/>
              </a:lnSpc>
              <a:spcBef>
                <a:spcPts val="0"/>
              </a:spcBef>
              <a:spcAft>
                <a:spcPts val="0"/>
              </a:spcAft>
              <a:buSzPts val="1900"/>
              <a:buChar char="●"/>
              <a:defRPr/>
            </a:lvl4pPr>
            <a:lvl5pPr indent="-349250" lvl="4" marL="2286000" algn="l">
              <a:lnSpc>
                <a:spcPct val="115000"/>
              </a:lnSpc>
              <a:spcBef>
                <a:spcPts val="0"/>
              </a:spcBef>
              <a:spcAft>
                <a:spcPts val="0"/>
              </a:spcAft>
              <a:buSzPts val="1900"/>
              <a:buChar char="○"/>
              <a:defRPr/>
            </a:lvl5pPr>
            <a:lvl6pPr indent="-349250" lvl="5" marL="2743200" algn="l">
              <a:lnSpc>
                <a:spcPct val="115000"/>
              </a:lnSpc>
              <a:spcBef>
                <a:spcPts val="0"/>
              </a:spcBef>
              <a:spcAft>
                <a:spcPts val="0"/>
              </a:spcAft>
              <a:buSzPts val="1900"/>
              <a:buChar char="■"/>
              <a:defRPr/>
            </a:lvl6pPr>
            <a:lvl7pPr indent="-349250" lvl="6" marL="3200400" algn="l">
              <a:lnSpc>
                <a:spcPct val="115000"/>
              </a:lnSpc>
              <a:spcBef>
                <a:spcPts val="0"/>
              </a:spcBef>
              <a:spcAft>
                <a:spcPts val="0"/>
              </a:spcAft>
              <a:buSzPts val="1900"/>
              <a:buChar char="●"/>
              <a:defRPr/>
            </a:lvl7pPr>
            <a:lvl8pPr indent="-349250" lvl="7" marL="3657600" algn="l">
              <a:lnSpc>
                <a:spcPct val="115000"/>
              </a:lnSpc>
              <a:spcBef>
                <a:spcPts val="0"/>
              </a:spcBef>
              <a:spcAft>
                <a:spcPts val="0"/>
              </a:spcAft>
              <a:buSzPts val="1900"/>
              <a:buChar char="○"/>
              <a:defRPr/>
            </a:lvl8pPr>
            <a:lvl9pPr indent="-349250" lvl="8" marL="4114800" algn="l">
              <a:lnSpc>
                <a:spcPct val="115000"/>
              </a:lnSpc>
              <a:spcBef>
                <a:spcPts val="0"/>
              </a:spcBef>
              <a:spcAft>
                <a:spcPts val="0"/>
              </a:spcAft>
              <a:buSzPts val="1900"/>
              <a:buChar char="■"/>
              <a:defRPr/>
            </a:lvl9pPr>
          </a:lstStyle>
          <a:p/>
        </p:txBody>
      </p:sp>
      <p:sp>
        <p:nvSpPr>
          <p:cNvPr id="23" name="Google Shape;23;g311fd835375_0_96"/>
          <p:cNvSpPr txBox="1"/>
          <p:nvPr>
            <p:ph idx="12" type="sldNum"/>
          </p:nvPr>
        </p:nvSpPr>
        <p:spPr>
          <a:xfrm>
            <a:off x="11296610" y="6217622"/>
            <a:ext cx="731700" cy="524700"/>
          </a:xfrm>
          <a:prstGeom prst="rect">
            <a:avLst/>
          </a:prstGeom>
          <a:noFill/>
          <a:ln>
            <a:noFill/>
          </a:ln>
        </p:spPr>
        <p:txBody>
          <a:bodyPr anchorCtr="0" anchor="ctr" bIns="121900" lIns="121900" spcFirstLastPara="1" rIns="121900" wrap="square" tIns="121900">
            <a:normAutofit/>
          </a:bodyPr>
          <a:lstStyle>
            <a:lvl1pPr indent="0" lvl="0" marL="0" marR="0" algn="r">
              <a:lnSpc>
                <a:spcPct val="100000"/>
              </a:lnSpc>
              <a:spcBef>
                <a:spcPts val="0"/>
              </a:spcBef>
              <a:spcAft>
                <a:spcPts val="0"/>
              </a:spcAft>
              <a:buClr>
                <a:srgbClr val="000000"/>
              </a:buClr>
              <a:buSzPts val="1300"/>
              <a:buFont typeface="Arial"/>
              <a:buNone/>
              <a:defRPr b="0" i="0" sz="13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300"/>
              <a:buFont typeface="Arial"/>
              <a:buNone/>
              <a:defRPr b="0" i="0" sz="13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300"/>
              <a:buFont typeface="Arial"/>
              <a:buNone/>
              <a:defRPr b="0" i="0" sz="13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300"/>
              <a:buFont typeface="Arial"/>
              <a:buNone/>
              <a:defRPr b="0" i="0" sz="13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300"/>
              <a:buFont typeface="Arial"/>
              <a:buNone/>
              <a:defRPr b="0" i="0" sz="13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300"/>
              <a:buFont typeface="Arial"/>
              <a:buNone/>
              <a:defRPr b="0" i="0" sz="13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300"/>
              <a:buFont typeface="Arial"/>
              <a:buNone/>
              <a:defRPr b="0" i="0" sz="13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300"/>
              <a:buFont typeface="Arial"/>
              <a:buNone/>
              <a:defRPr b="0" i="0" sz="13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300"/>
              <a:buFont typeface="Arial"/>
              <a:buNone/>
              <a:defRPr b="0" i="0" sz="13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4" name="Shape 24"/>
        <p:cNvGrpSpPr/>
        <p:nvPr/>
      </p:nvGrpSpPr>
      <p:grpSpPr>
        <a:xfrm>
          <a:off x="0" y="0"/>
          <a:ext cx="0" cy="0"/>
          <a:chOff x="0" y="0"/>
          <a:chExt cx="0" cy="0"/>
        </a:xfrm>
      </p:grpSpPr>
      <p:sp>
        <p:nvSpPr>
          <p:cNvPr id="25" name="Google Shape;25;g311fd835375_0_100"/>
          <p:cNvSpPr txBox="1"/>
          <p:nvPr>
            <p:ph type="title"/>
          </p:nvPr>
        </p:nvSpPr>
        <p:spPr>
          <a:xfrm>
            <a:off x="415600" y="593367"/>
            <a:ext cx="11360700" cy="763500"/>
          </a:xfrm>
          <a:prstGeom prst="rect">
            <a:avLst/>
          </a:prstGeom>
          <a:noFill/>
          <a:ln>
            <a:noFill/>
          </a:ln>
        </p:spPr>
        <p:txBody>
          <a:bodyPr anchorCtr="0" anchor="t" bIns="121900" lIns="121900" spcFirstLastPara="1" rIns="121900" wrap="square" tIns="121900">
            <a:normAutofit/>
          </a:bodyPr>
          <a:lstStyle>
            <a:lvl1pPr lvl="0" algn="l">
              <a:lnSpc>
                <a:spcPct val="100000"/>
              </a:lnSpc>
              <a:spcBef>
                <a:spcPts val="0"/>
              </a:spcBef>
              <a:spcAft>
                <a:spcPts val="0"/>
              </a:spcAft>
              <a:buSzPts val="3700"/>
              <a:buNone/>
              <a:defRPr/>
            </a:lvl1pPr>
            <a:lvl2pPr lvl="1" algn="l">
              <a:lnSpc>
                <a:spcPct val="100000"/>
              </a:lnSpc>
              <a:spcBef>
                <a:spcPts val="0"/>
              </a:spcBef>
              <a:spcAft>
                <a:spcPts val="0"/>
              </a:spcAft>
              <a:buSzPts val="3700"/>
              <a:buNone/>
              <a:defRPr/>
            </a:lvl2pPr>
            <a:lvl3pPr lvl="2" algn="l">
              <a:lnSpc>
                <a:spcPct val="100000"/>
              </a:lnSpc>
              <a:spcBef>
                <a:spcPts val="0"/>
              </a:spcBef>
              <a:spcAft>
                <a:spcPts val="0"/>
              </a:spcAft>
              <a:buSzPts val="3700"/>
              <a:buNone/>
              <a:defRPr/>
            </a:lvl3pPr>
            <a:lvl4pPr lvl="3" algn="l">
              <a:lnSpc>
                <a:spcPct val="100000"/>
              </a:lnSpc>
              <a:spcBef>
                <a:spcPts val="0"/>
              </a:spcBef>
              <a:spcAft>
                <a:spcPts val="0"/>
              </a:spcAft>
              <a:buSzPts val="3700"/>
              <a:buNone/>
              <a:defRPr/>
            </a:lvl4pPr>
            <a:lvl5pPr lvl="4" algn="l">
              <a:lnSpc>
                <a:spcPct val="100000"/>
              </a:lnSpc>
              <a:spcBef>
                <a:spcPts val="0"/>
              </a:spcBef>
              <a:spcAft>
                <a:spcPts val="0"/>
              </a:spcAft>
              <a:buSzPts val="3700"/>
              <a:buNone/>
              <a:defRPr/>
            </a:lvl5pPr>
            <a:lvl6pPr lvl="5" algn="l">
              <a:lnSpc>
                <a:spcPct val="100000"/>
              </a:lnSpc>
              <a:spcBef>
                <a:spcPts val="0"/>
              </a:spcBef>
              <a:spcAft>
                <a:spcPts val="0"/>
              </a:spcAft>
              <a:buSzPts val="3700"/>
              <a:buNone/>
              <a:defRPr/>
            </a:lvl6pPr>
            <a:lvl7pPr lvl="6" algn="l">
              <a:lnSpc>
                <a:spcPct val="100000"/>
              </a:lnSpc>
              <a:spcBef>
                <a:spcPts val="0"/>
              </a:spcBef>
              <a:spcAft>
                <a:spcPts val="0"/>
              </a:spcAft>
              <a:buSzPts val="3700"/>
              <a:buNone/>
              <a:defRPr/>
            </a:lvl7pPr>
            <a:lvl8pPr lvl="7" algn="l">
              <a:lnSpc>
                <a:spcPct val="100000"/>
              </a:lnSpc>
              <a:spcBef>
                <a:spcPts val="0"/>
              </a:spcBef>
              <a:spcAft>
                <a:spcPts val="0"/>
              </a:spcAft>
              <a:buSzPts val="3700"/>
              <a:buNone/>
              <a:defRPr/>
            </a:lvl8pPr>
            <a:lvl9pPr lvl="8" algn="l">
              <a:lnSpc>
                <a:spcPct val="100000"/>
              </a:lnSpc>
              <a:spcBef>
                <a:spcPts val="0"/>
              </a:spcBef>
              <a:spcAft>
                <a:spcPts val="0"/>
              </a:spcAft>
              <a:buSzPts val="3700"/>
              <a:buNone/>
              <a:defRPr/>
            </a:lvl9pPr>
          </a:lstStyle>
          <a:p/>
        </p:txBody>
      </p:sp>
      <p:sp>
        <p:nvSpPr>
          <p:cNvPr id="26" name="Google Shape;26;g311fd835375_0_100"/>
          <p:cNvSpPr txBox="1"/>
          <p:nvPr>
            <p:ph idx="1" type="body"/>
          </p:nvPr>
        </p:nvSpPr>
        <p:spPr>
          <a:xfrm>
            <a:off x="415600" y="1536633"/>
            <a:ext cx="5333100" cy="4555200"/>
          </a:xfrm>
          <a:prstGeom prst="rect">
            <a:avLst/>
          </a:prstGeom>
          <a:noFill/>
          <a:ln>
            <a:noFill/>
          </a:ln>
        </p:spPr>
        <p:txBody>
          <a:bodyPr anchorCtr="0" anchor="t" bIns="121900" lIns="121900" spcFirstLastPara="1" rIns="121900" wrap="square" tIns="121900">
            <a:normAutofit/>
          </a:bodyPr>
          <a:lstStyle>
            <a:lvl1pPr indent="-349250" lvl="0" marL="457200" algn="l">
              <a:lnSpc>
                <a:spcPct val="115000"/>
              </a:lnSpc>
              <a:spcBef>
                <a:spcPts val="0"/>
              </a:spcBef>
              <a:spcAft>
                <a:spcPts val="0"/>
              </a:spcAft>
              <a:buSzPts val="1900"/>
              <a:buChar char="●"/>
              <a:defRPr sz="1900"/>
            </a:lvl1pPr>
            <a:lvl2pPr indent="-330200" lvl="1" marL="914400" algn="l">
              <a:lnSpc>
                <a:spcPct val="115000"/>
              </a:lnSpc>
              <a:spcBef>
                <a:spcPts val="0"/>
              </a:spcBef>
              <a:spcAft>
                <a:spcPts val="0"/>
              </a:spcAft>
              <a:buSzPts val="1600"/>
              <a:buChar char="○"/>
              <a:defRPr sz="1600"/>
            </a:lvl2pPr>
            <a:lvl3pPr indent="-330200" lvl="2" marL="1371600" algn="l">
              <a:lnSpc>
                <a:spcPct val="115000"/>
              </a:lnSpc>
              <a:spcBef>
                <a:spcPts val="0"/>
              </a:spcBef>
              <a:spcAft>
                <a:spcPts val="0"/>
              </a:spcAft>
              <a:buSzPts val="1600"/>
              <a:buChar char="■"/>
              <a:defRPr sz="1600"/>
            </a:lvl3pPr>
            <a:lvl4pPr indent="-330200" lvl="3" marL="1828800" algn="l">
              <a:lnSpc>
                <a:spcPct val="115000"/>
              </a:lnSpc>
              <a:spcBef>
                <a:spcPts val="0"/>
              </a:spcBef>
              <a:spcAft>
                <a:spcPts val="0"/>
              </a:spcAft>
              <a:buSzPts val="1600"/>
              <a:buChar char="●"/>
              <a:defRPr sz="1600"/>
            </a:lvl4pPr>
            <a:lvl5pPr indent="-330200" lvl="4" marL="2286000" algn="l">
              <a:lnSpc>
                <a:spcPct val="115000"/>
              </a:lnSpc>
              <a:spcBef>
                <a:spcPts val="0"/>
              </a:spcBef>
              <a:spcAft>
                <a:spcPts val="0"/>
              </a:spcAft>
              <a:buSzPts val="1600"/>
              <a:buChar char="○"/>
              <a:defRPr sz="1600"/>
            </a:lvl5pPr>
            <a:lvl6pPr indent="-330200" lvl="5" marL="2743200" algn="l">
              <a:lnSpc>
                <a:spcPct val="115000"/>
              </a:lnSpc>
              <a:spcBef>
                <a:spcPts val="0"/>
              </a:spcBef>
              <a:spcAft>
                <a:spcPts val="0"/>
              </a:spcAft>
              <a:buSzPts val="1600"/>
              <a:buChar char="■"/>
              <a:defRPr sz="1600"/>
            </a:lvl6pPr>
            <a:lvl7pPr indent="-330200" lvl="6" marL="3200400" algn="l">
              <a:lnSpc>
                <a:spcPct val="115000"/>
              </a:lnSpc>
              <a:spcBef>
                <a:spcPts val="0"/>
              </a:spcBef>
              <a:spcAft>
                <a:spcPts val="0"/>
              </a:spcAft>
              <a:buSzPts val="1600"/>
              <a:buChar char="●"/>
              <a:defRPr sz="1600"/>
            </a:lvl7pPr>
            <a:lvl8pPr indent="-330200" lvl="7" marL="3657600" algn="l">
              <a:lnSpc>
                <a:spcPct val="115000"/>
              </a:lnSpc>
              <a:spcBef>
                <a:spcPts val="0"/>
              </a:spcBef>
              <a:spcAft>
                <a:spcPts val="0"/>
              </a:spcAft>
              <a:buSzPts val="1600"/>
              <a:buChar char="○"/>
              <a:defRPr sz="1600"/>
            </a:lvl8pPr>
            <a:lvl9pPr indent="-330200" lvl="8" marL="4114800" algn="l">
              <a:lnSpc>
                <a:spcPct val="115000"/>
              </a:lnSpc>
              <a:spcBef>
                <a:spcPts val="0"/>
              </a:spcBef>
              <a:spcAft>
                <a:spcPts val="0"/>
              </a:spcAft>
              <a:buSzPts val="1600"/>
              <a:buChar char="■"/>
              <a:defRPr sz="1600"/>
            </a:lvl9pPr>
          </a:lstStyle>
          <a:p/>
        </p:txBody>
      </p:sp>
      <p:sp>
        <p:nvSpPr>
          <p:cNvPr id="27" name="Google Shape;27;g311fd835375_0_100"/>
          <p:cNvSpPr txBox="1"/>
          <p:nvPr>
            <p:ph idx="2" type="body"/>
          </p:nvPr>
        </p:nvSpPr>
        <p:spPr>
          <a:xfrm>
            <a:off x="6443200" y="1536633"/>
            <a:ext cx="5333100" cy="4555200"/>
          </a:xfrm>
          <a:prstGeom prst="rect">
            <a:avLst/>
          </a:prstGeom>
          <a:noFill/>
          <a:ln>
            <a:noFill/>
          </a:ln>
        </p:spPr>
        <p:txBody>
          <a:bodyPr anchorCtr="0" anchor="t" bIns="121900" lIns="121900" spcFirstLastPara="1" rIns="121900" wrap="square" tIns="121900">
            <a:normAutofit/>
          </a:bodyPr>
          <a:lstStyle>
            <a:lvl1pPr indent="-349250" lvl="0" marL="457200" algn="l">
              <a:lnSpc>
                <a:spcPct val="115000"/>
              </a:lnSpc>
              <a:spcBef>
                <a:spcPts val="0"/>
              </a:spcBef>
              <a:spcAft>
                <a:spcPts val="0"/>
              </a:spcAft>
              <a:buSzPts val="1900"/>
              <a:buChar char="●"/>
              <a:defRPr sz="1900"/>
            </a:lvl1pPr>
            <a:lvl2pPr indent="-330200" lvl="1" marL="914400" algn="l">
              <a:lnSpc>
                <a:spcPct val="115000"/>
              </a:lnSpc>
              <a:spcBef>
                <a:spcPts val="0"/>
              </a:spcBef>
              <a:spcAft>
                <a:spcPts val="0"/>
              </a:spcAft>
              <a:buSzPts val="1600"/>
              <a:buChar char="○"/>
              <a:defRPr sz="1600"/>
            </a:lvl2pPr>
            <a:lvl3pPr indent="-330200" lvl="2" marL="1371600" algn="l">
              <a:lnSpc>
                <a:spcPct val="115000"/>
              </a:lnSpc>
              <a:spcBef>
                <a:spcPts val="0"/>
              </a:spcBef>
              <a:spcAft>
                <a:spcPts val="0"/>
              </a:spcAft>
              <a:buSzPts val="1600"/>
              <a:buChar char="■"/>
              <a:defRPr sz="1600"/>
            </a:lvl3pPr>
            <a:lvl4pPr indent="-330200" lvl="3" marL="1828800" algn="l">
              <a:lnSpc>
                <a:spcPct val="115000"/>
              </a:lnSpc>
              <a:spcBef>
                <a:spcPts val="0"/>
              </a:spcBef>
              <a:spcAft>
                <a:spcPts val="0"/>
              </a:spcAft>
              <a:buSzPts val="1600"/>
              <a:buChar char="●"/>
              <a:defRPr sz="1600"/>
            </a:lvl4pPr>
            <a:lvl5pPr indent="-330200" lvl="4" marL="2286000" algn="l">
              <a:lnSpc>
                <a:spcPct val="115000"/>
              </a:lnSpc>
              <a:spcBef>
                <a:spcPts val="0"/>
              </a:spcBef>
              <a:spcAft>
                <a:spcPts val="0"/>
              </a:spcAft>
              <a:buSzPts val="1600"/>
              <a:buChar char="○"/>
              <a:defRPr sz="1600"/>
            </a:lvl5pPr>
            <a:lvl6pPr indent="-330200" lvl="5" marL="2743200" algn="l">
              <a:lnSpc>
                <a:spcPct val="115000"/>
              </a:lnSpc>
              <a:spcBef>
                <a:spcPts val="0"/>
              </a:spcBef>
              <a:spcAft>
                <a:spcPts val="0"/>
              </a:spcAft>
              <a:buSzPts val="1600"/>
              <a:buChar char="■"/>
              <a:defRPr sz="1600"/>
            </a:lvl6pPr>
            <a:lvl7pPr indent="-330200" lvl="6" marL="3200400" algn="l">
              <a:lnSpc>
                <a:spcPct val="115000"/>
              </a:lnSpc>
              <a:spcBef>
                <a:spcPts val="0"/>
              </a:spcBef>
              <a:spcAft>
                <a:spcPts val="0"/>
              </a:spcAft>
              <a:buSzPts val="1600"/>
              <a:buChar char="●"/>
              <a:defRPr sz="1600"/>
            </a:lvl7pPr>
            <a:lvl8pPr indent="-330200" lvl="7" marL="3657600" algn="l">
              <a:lnSpc>
                <a:spcPct val="115000"/>
              </a:lnSpc>
              <a:spcBef>
                <a:spcPts val="0"/>
              </a:spcBef>
              <a:spcAft>
                <a:spcPts val="0"/>
              </a:spcAft>
              <a:buSzPts val="1600"/>
              <a:buChar char="○"/>
              <a:defRPr sz="1600"/>
            </a:lvl8pPr>
            <a:lvl9pPr indent="-330200" lvl="8" marL="4114800" algn="l">
              <a:lnSpc>
                <a:spcPct val="115000"/>
              </a:lnSpc>
              <a:spcBef>
                <a:spcPts val="0"/>
              </a:spcBef>
              <a:spcAft>
                <a:spcPts val="0"/>
              </a:spcAft>
              <a:buSzPts val="1600"/>
              <a:buChar char="■"/>
              <a:defRPr sz="1600"/>
            </a:lvl9pPr>
          </a:lstStyle>
          <a:p/>
        </p:txBody>
      </p:sp>
      <p:sp>
        <p:nvSpPr>
          <p:cNvPr id="28" name="Google Shape;28;g311fd835375_0_100"/>
          <p:cNvSpPr txBox="1"/>
          <p:nvPr>
            <p:ph idx="12" type="sldNum"/>
          </p:nvPr>
        </p:nvSpPr>
        <p:spPr>
          <a:xfrm>
            <a:off x="11296610" y="6217622"/>
            <a:ext cx="731700" cy="524700"/>
          </a:xfrm>
          <a:prstGeom prst="rect">
            <a:avLst/>
          </a:prstGeom>
          <a:noFill/>
          <a:ln>
            <a:noFill/>
          </a:ln>
        </p:spPr>
        <p:txBody>
          <a:bodyPr anchorCtr="0" anchor="ctr" bIns="121900" lIns="121900" spcFirstLastPara="1" rIns="121900" wrap="square" tIns="121900">
            <a:normAutofit/>
          </a:bodyPr>
          <a:lstStyle>
            <a:lvl1pPr indent="0" lvl="0" marL="0" marR="0" algn="r">
              <a:lnSpc>
                <a:spcPct val="100000"/>
              </a:lnSpc>
              <a:spcBef>
                <a:spcPts val="0"/>
              </a:spcBef>
              <a:spcAft>
                <a:spcPts val="0"/>
              </a:spcAft>
              <a:buClr>
                <a:srgbClr val="000000"/>
              </a:buClr>
              <a:buSzPts val="1300"/>
              <a:buFont typeface="Arial"/>
              <a:buNone/>
              <a:defRPr b="0" i="0" sz="13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300"/>
              <a:buFont typeface="Arial"/>
              <a:buNone/>
              <a:defRPr b="0" i="0" sz="13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300"/>
              <a:buFont typeface="Arial"/>
              <a:buNone/>
              <a:defRPr b="0" i="0" sz="13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300"/>
              <a:buFont typeface="Arial"/>
              <a:buNone/>
              <a:defRPr b="0" i="0" sz="13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300"/>
              <a:buFont typeface="Arial"/>
              <a:buNone/>
              <a:defRPr b="0" i="0" sz="13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300"/>
              <a:buFont typeface="Arial"/>
              <a:buNone/>
              <a:defRPr b="0" i="0" sz="13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300"/>
              <a:buFont typeface="Arial"/>
              <a:buNone/>
              <a:defRPr b="0" i="0" sz="13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300"/>
              <a:buFont typeface="Arial"/>
              <a:buNone/>
              <a:defRPr b="0" i="0" sz="13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300"/>
              <a:buFont typeface="Arial"/>
              <a:buNone/>
              <a:defRPr b="0" i="0" sz="13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29" name="Shape 29"/>
        <p:cNvGrpSpPr/>
        <p:nvPr/>
      </p:nvGrpSpPr>
      <p:grpSpPr>
        <a:xfrm>
          <a:off x="0" y="0"/>
          <a:ext cx="0" cy="0"/>
          <a:chOff x="0" y="0"/>
          <a:chExt cx="0" cy="0"/>
        </a:xfrm>
      </p:grpSpPr>
      <p:sp>
        <p:nvSpPr>
          <p:cNvPr id="30" name="Google Shape;30;g311fd835375_0_105"/>
          <p:cNvSpPr txBox="1"/>
          <p:nvPr>
            <p:ph type="title"/>
          </p:nvPr>
        </p:nvSpPr>
        <p:spPr>
          <a:xfrm>
            <a:off x="415600" y="593367"/>
            <a:ext cx="11360700" cy="763500"/>
          </a:xfrm>
          <a:prstGeom prst="rect">
            <a:avLst/>
          </a:prstGeom>
          <a:noFill/>
          <a:ln>
            <a:noFill/>
          </a:ln>
        </p:spPr>
        <p:txBody>
          <a:bodyPr anchorCtr="0" anchor="t" bIns="121900" lIns="121900" spcFirstLastPara="1" rIns="121900" wrap="square" tIns="121900">
            <a:normAutofit/>
          </a:bodyPr>
          <a:lstStyle>
            <a:lvl1pPr lvl="0" algn="l">
              <a:lnSpc>
                <a:spcPct val="100000"/>
              </a:lnSpc>
              <a:spcBef>
                <a:spcPts val="0"/>
              </a:spcBef>
              <a:spcAft>
                <a:spcPts val="0"/>
              </a:spcAft>
              <a:buSzPts val="3700"/>
              <a:buNone/>
              <a:defRPr/>
            </a:lvl1pPr>
            <a:lvl2pPr lvl="1" algn="l">
              <a:lnSpc>
                <a:spcPct val="100000"/>
              </a:lnSpc>
              <a:spcBef>
                <a:spcPts val="0"/>
              </a:spcBef>
              <a:spcAft>
                <a:spcPts val="0"/>
              </a:spcAft>
              <a:buSzPts val="3700"/>
              <a:buNone/>
              <a:defRPr/>
            </a:lvl2pPr>
            <a:lvl3pPr lvl="2" algn="l">
              <a:lnSpc>
                <a:spcPct val="100000"/>
              </a:lnSpc>
              <a:spcBef>
                <a:spcPts val="0"/>
              </a:spcBef>
              <a:spcAft>
                <a:spcPts val="0"/>
              </a:spcAft>
              <a:buSzPts val="3700"/>
              <a:buNone/>
              <a:defRPr/>
            </a:lvl3pPr>
            <a:lvl4pPr lvl="3" algn="l">
              <a:lnSpc>
                <a:spcPct val="100000"/>
              </a:lnSpc>
              <a:spcBef>
                <a:spcPts val="0"/>
              </a:spcBef>
              <a:spcAft>
                <a:spcPts val="0"/>
              </a:spcAft>
              <a:buSzPts val="3700"/>
              <a:buNone/>
              <a:defRPr/>
            </a:lvl4pPr>
            <a:lvl5pPr lvl="4" algn="l">
              <a:lnSpc>
                <a:spcPct val="100000"/>
              </a:lnSpc>
              <a:spcBef>
                <a:spcPts val="0"/>
              </a:spcBef>
              <a:spcAft>
                <a:spcPts val="0"/>
              </a:spcAft>
              <a:buSzPts val="3700"/>
              <a:buNone/>
              <a:defRPr/>
            </a:lvl5pPr>
            <a:lvl6pPr lvl="5" algn="l">
              <a:lnSpc>
                <a:spcPct val="100000"/>
              </a:lnSpc>
              <a:spcBef>
                <a:spcPts val="0"/>
              </a:spcBef>
              <a:spcAft>
                <a:spcPts val="0"/>
              </a:spcAft>
              <a:buSzPts val="3700"/>
              <a:buNone/>
              <a:defRPr/>
            </a:lvl6pPr>
            <a:lvl7pPr lvl="6" algn="l">
              <a:lnSpc>
                <a:spcPct val="100000"/>
              </a:lnSpc>
              <a:spcBef>
                <a:spcPts val="0"/>
              </a:spcBef>
              <a:spcAft>
                <a:spcPts val="0"/>
              </a:spcAft>
              <a:buSzPts val="3700"/>
              <a:buNone/>
              <a:defRPr/>
            </a:lvl7pPr>
            <a:lvl8pPr lvl="7" algn="l">
              <a:lnSpc>
                <a:spcPct val="100000"/>
              </a:lnSpc>
              <a:spcBef>
                <a:spcPts val="0"/>
              </a:spcBef>
              <a:spcAft>
                <a:spcPts val="0"/>
              </a:spcAft>
              <a:buSzPts val="3700"/>
              <a:buNone/>
              <a:defRPr/>
            </a:lvl8pPr>
            <a:lvl9pPr lvl="8" algn="l">
              <a:lnSpc>
                <a:spcPct val="100000"/>
              </a:lnSpc>
              <a:spcBef>
                <a:spcPts val="0"/>
              </a:spcBef>
              <a:spcAft>
                <a:spcPts val="0"/>
              </a:spcAft>
              <a:buSzPts val="3700"/>
              <a:buNone/>
              <a:defRPr/>
            </a:lvl9pPr>
          </a:lstStyle>
          <a:p/>
        </p:txBody>
      </p:sp>
      <p:sp>
        <p:nvSpPr>
          <p:cNvPr id="31" name="Google Shape;31;g311fd835375_0_105"/>
          <p:cNvSpPr txBox="1"/>
          <p:nvPr>
            <p:ph idx="12" type="sldNum"/>
          </p:nvPr>
        </p:nvSpPr>
        <p:spPr>
          <a:xfrm>
            <a:off x="11296610" y="6217622"/>
            <a:ext cx="731700" cy="524700"/>
          </a:xfrm>
          <a:prstGeom prst="rect">
            <a:avLst/>
          </a:prstGeom>
          <a:noFill/>
          <a:ln>
            <a:noFill/>
          </a:ln>
        </p:spPr>
        <p:txBody>
          <a:bodyPr anchorCtr="0" anchor="ctr" bIns="121900" lIns="121900" spcFirstLastPara="1" rIns="121900" wrap="square" tIns="121900">
            <a:normAutofit/>
          </a:bodyPr>
          <a:lstStyle>
            <a:lvl1pPr indent="0" lvl="0" marL="0" marR="0" algn="r">
              <a:lnSpc>
                <a:spcPct val="100000"/>
              </a:lnSpc>
              <a:spcBef>
                <a:spcPts val="0"/>
              </a:spcBef>
              <a:spcAft>
                <a:spcPts val="0"/>
              </a:spcAft>
              <a:buClr>
                <a:srgbClr val="000000"/>
              </a:buClr>
              <a:buSzPts val="1300"/>
              <a:buFont typeface="Arial"/>
              <a:buNone/>
              <a:defRPr b="0" i="0" sz="13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300"/>
              <a:buFont typeface="Arial"/>
              <a:buNone/>
              <a:defRPr b="0" i="0" sz="13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300"/>
              <a:buFont typeface="Arial"/>
              <a:buNone/>
              <a:defRPr b="0" i="0" sz="13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300"/>
              <a:buFont typeface="Arial"/>
              <a:buNone/>
              <a:defRPr b="0" i="0" sz="13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300"/>
              <a:buFont typeface="Arial"/>
              <a:buNone/>
              <a:defRPr b="0" i="0" sz="13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300"/>
              <a:buFont typeface="Arial"/>
              <a:buNone/>
              <a:defRPr b="0" i="0" sz="13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300"/>
              <a:buFont typeface="Arial"/>
              <a:buNone/>
              <a:defRPr b="0" i="0" sz="13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300"/>
              <a:buFont typeface="Arial"/>
              <a:buNone/>
              <a:defRPr b="0" i="0" sz="13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300"/>
              <a:buFont typeface="Arial"/>
              <a:buNone/>
              <a:defRPr b="0" i="0" sz="13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32" name="Shape 32"/>
        <p:cNvGrpSpPr/>
        <p:nvPr/>
      </p:nvGrpSpPr>
      <p:grpSpPr>
        <a:xfrm>
          <a:off x="0" y="0"/>
          <a:ext cx="0" cy="0"/>
          <a:chOff x="0" y="0"/>
          <a:chExt cx="0" cy="0"/>
        </a:xfrm>
      </p:grpSpPr>
      <p:sp>
        <p:nvSpPr>
          <p:cNvPr id="33" name="Google Shape;33;g311fd835375_0_108"/>
          <p:cNvSpPr txBox="1"/>
          <p:nvPr>
            <p:ph type="title"/>
          </p:nvPr>
        </p:nvSpPr>
        <p:spPr>
          <a:xfrm>
            <a:off x="415600" y="740800"/>
            <a:ext cx="3744000" cy="1007700"/>
          </a:xfrm>
          <a:prstGeom prst="rect">
            <a:avLst/>
          </a:prstGeom>
          <a:noFill/>
          <a:ln>
            <a:noFill/>
          </a:ln>
        </p:spPr>
        <p:txBody>
          <a:bodyPr anchorCtr="0" anchor="b" bIns="121900" lIns="121900" spcFirstLastPara="1" rIns="121900" wrap="square" tIns="121900">
            <a:normAutofit/>
          </a:bodyPr>
          <a:lstStyle>
            <a:lvl1pPr lvl="0" algn="l">
              <a:lnSpc>
                <a:spcPct val="100000"/>
              </a:lnSpc>
              <a:spcBef>
                <a:spcPts val="0"/>
              </a:spcBef>
              <a:spcAft>
                <a:spcPts val="0"/>
              </a:spcAft>
              <a:buSzPts val="3200"/>
              <a:buNone/>
              <a:defRPr sz="3200"/>
            </a:lvl1pPr>
            <a:lvl2pPr lvl="1" algn="l">
              <a:lnSpc>
                <a:spcPct val="100000"/>
              </a:lnSpc>
              <a:spcBef>
                <a:spcPts val="0"/>
              </a:spcBef>
              <a:spcAft>
                <a:spcPts val="0"/>
              </a:spcAft>
              <a:buSzPts val="3200"/>
              <a:buNone/>
              <a:defRPr sz="3200"/>
            </a:lvl2pPr>
            <a:lvl3pPr lvl="2" algn="l">
              <a:lnSpc>
                <a:spcPct val="100000"/>
              </a:lnSpc>
              <a:spcBef>
                <a:spcPts val="0"/>
              </a:spcBef>
              <a:spcAft>
                <a:spcPts val="0"/>
              </a:spcAft>
              <a:buSzPts val="3200"/>
              <a:buNone/>
              <a:defRPr sz="3200"/>
            </a:lvl3pPr>
            <a:lvl4pPr lvl="3" algn="l">
              <a:lnSpc>
                <a:spcPct val="100000"/>
              </a:lnSpc>
              <a:spcBef>
                <a:spcPts val="0"/>
              </a:spcBef>
              <a:spcAft>
                <a:spcPts val="0"/>
              </a:spcAft>
              <a:buSzPts val="3200"/>
              <a:buNone/>
              <a:defRPr sz="3200"/>
            </a:lvl4pPr>
            <a:lvl5pPr lvl="4" algn="l">
              <a:lnSpc>
                <a:spcPct val="100000"/>
              </a:lnSpc>
              <a:spcBef>
                <a:spcPts val="0"/>
              </a:spcBef>
              <a:spcAft>
                <a:spcPts val="0"/>
              </a:spcAft>
              <a:buSzPts val="3200"/>
              <a:buNone/>
              <a:defRPr sz="3200"/>
            </a:lvl5pPr>
            <a:lvl6pPr lvl="5" algn="l">
              <a:lnSpc>
                <a:spcPct val="100000"/>
              </a:lnSpc>
              <a:spcBef>
                <a:spcPts val="0"/>
              </a:spcBef>
              <a:spcAft>
                <a:spcPts val="0"/>
              </a:spcAft>
              <a:buSzPts val="3200"/>
              <a:buNone/>
              <a:defRPr sz="3200"/>
            </a:lvl6pPr>
            <a:lvl7pPr lvl="6" algn="l">
              <a:lnSpc>
                <a:spcPct val="100000"/>
              </a:lnSpc>
              <a:spcBef>
                <a:spcPts val="0"/>
              </a:spcBef>
              <a:spcAft>
                <a:spcPts val="0"/>
              </a:spcAft>
              <a:buSzPts val="3200"/>
              <a:buNone/>
              <a:defRPr sz="3200"/>
            </a:lvl7pPr>
            <a:lvl8pPr lvl="7" algn="l">
              <a:lnSpc>
                <a:spcPct val="100000"/>
              </a:lnSpc>
              <a:spcBef>
                <a:spcPts val="0"/>
              </a:spcBef>
              <a:spcAft>
                <a:spcPts val="0"/>
              </a:spcAft>
              <a:buSzPts val="3200"/>
              <a:buNone/>
              <a:defRPr sz="3200"/>
            </a:lvl8pPr>
            <a:lvl9pPr lvl="8" algn="l">
              <a:lnSpc>
                <a:spcPct val="100000"/>
              </a:lnSpc>
              <a:spcBef>
                <a:spcPts val="0"/>
              </a:spcBef>
              <a:spcAft>
                <a:spcPts val="0"/>
              </a:spcAft>
              <a:buSzPts val="3200"/>
              <a:buNone/>
              <a:defRPr sz="3200"/>
            </a:lvl9pPr>
          </a:lstStyle>
          <a:p/>
        </p:txBody>
      </p:sp>
      <p:sp>
        <p:nvSpPr>
          <p:cNvPr id="34" name="Google Shape;34;g311fd835375_0_108"/>
          <p:cNvSpPr txBox="1"/>
          <p:nvPr>
            <p:ph idx="1" type="body"/>
          </p:nvPr>
        </p:nvSpPr>
        <p:spPr>
          <a:xfrm>
            <a:off x="415600" y="1852800"/>
            <a:ext cx="3744000" cy="4239300"/>
          </a:xfrm>
          <a:prstGeom prst="rect">
            <a:avLst/>
          </a:prstGeom>
          <a:noFill/>
          <a:ln>
            <a:noFill/>
          </a:ln>
        </p:spPr>
        <p:txBody>
          <a:bodyPr anchorCtr="0" anchor="t" bIns="121900" lIns="121900" spcFirstLastPara="1" rIns="121900" wrap="square" tIns="121900">
            <a:normAutofit/>
          </a:bodyPr>
          <a:lstStyle>
            <a:lvl1pPr indent="-330200" lvl="0" marL="457200" algn="l">
              <a:lnSpc>
                <a:spcPct val="115000"/>
              </a:lnSpc>
              <a:spcBef>
                <a:spcPts val="0"/>
              </a:spcBef>
              <a:spcAft>
                <a:spcPts val="0"/>
              </a:spcAft>
              <a:buSzPts val="1600"/>
              <a:buChar char="●"/>
              <a:defRPr sz="1600"/>
            </a:lvl1pPr>
            <a:lvl2pPr indent="-330200" lvl="1" marL="914400" algn="l">
              <a:lnSpc>
                <a:spcPct val="115000"/>
              </a:lnSpc>
              <a:spcBef>
                <a:spcPts val="0"/>
              </a:spcBef>
              <a:spcAft>
                <a:spcPts val="0"/>
              </a:spcAft>
              <a:buSzPts val="1600"/>
              <a:buChar char="○"/>
              <a:defRPr sz="1600"/>
            </a:lvl2pPr>
            <a:lvl3pPr indent="-330200" lvl="2" marL="1371600" algn="l">
              <a:lnSpc>
                <a:spcPct val="115000"/>
              </a:lnSpc>
              <a:spcBef>
                <a:spcPts val="0"/>
              </a:spcBef>
              <a:spcAft>
                <a:spcPts val="0"/>
              </a:spcAft>
              <a:buSzPts val="1600"/>
              <a:buChar char="■"/>
              <a:defRPr sz="1600"/>
            </a:lvl3pPr>
            <a:lvl4pPr indent="-330200" lvl="3" marL="1828800" algn="l">
              <a:lnSpc>
                <a:spcPct val="115000"/>
              </a:lnSpc>
              <a:spcBef>
                <a:spcPts val="0"/>
              </a:spcBef>
              <a:spcAft>
                <a:spcPts val="0"/>
              </a:spcAft>
              <a:buSzPts val="1600"/>
              <a:buChar char="●"/>
              <a:defRPr sz="1600"/>
            </a:lvl4pPr>
            <a:lvl5pPr indent="-330200" lvl="4" marL="2286000" algn="l">
              <a:lnSpc>
                <a:spcPct val="115000"/>
              </a:lnSpc>
              <a:spcBef>
                <a:spcPts val="0"/>
              </a:spcBef>
              <a:spcAft>
                <a:spcPts val="0"/>
              </a:spcAft>
              <a:buSzPts val="1600"/>
              <a:buChar char="○"/>
              <a:defRPr sz="1600"/>
            </a:lvl5pPr>
            <a:lvl6pPr indent="-330200" lvl="5" marL="2743200" algn="l">
              <a:lnSpc>
                <a:spcPct val="115000"/>
              </a:lnSpc>
              <a:spcBef>
                <a:spcPts val="0"/>
              </a:spcBef>
              <a:spcAft>
                <a:spcPts val="0"/>
              </a:spcAft>
              <a:buSzPts val="1600"/>
              <a:buChar char="■"/>
              <a:defRPr sz="1600"/>
            </a:lvl6pPr>
            <a:lvl7pPr indent="-330200" lvl="6" marL="3200400" algn="l">
              <a:lnSpc>
                <a:spcPct val="115000"/>
              </a:lnSpc>
              <a:spcBef>
                <a:spcPts val="0"/>
              </a:spcBef>
              <a:spcAft>
                <a:spcPts val="0"/>
              </a:spcAft>
              <a:buSzPts val="1600"/>
              <a:buChar char="●"/>
              <a:defRPr sz="1600"/>
            </a:lvl7pPr>
            <a:lvl8pPr indent="-330200" lvl="7" marL="3657600" algn="l">
              <a:lnSpc>
                <a:spcPct val="115000"/>
              </a:lnSpc>
              <a:spcBef>
                <a:spcPts val="0"/>
              </a:spcBef>
              <a:spcAft>
                <a:spcPts val="0"/>
              </a:spcAft>
              <a:buSzPts val="1600"/>
              <a:buChar char="○"/>
              <a:defRPr sz="1600"/>
            </a:lvl8pPr>
            <a:lvl9pPr indent="-330200" lvl="8" marL="4114800" algn="l">
              <a:lnSpc>
                <a:spcPct val="115000"/>
              </a:lnSpc>
              <a:spcBef>
                <a:spcPts val="0"/>
              </a:spcBef>
              <a:spcAft>
                <a:spcPts val="0"/>
              </a:spcAft>
              <a:buSzPts val="1600"/>
              <a:buChar char="■"/>
              <a:defRPr sz="1600"/>
            </a:lvl9pPr>
          </a:lstStyle>
          <a:p/>
        </p:txBody>
      </p:sp>
      <p:sp>
        <p:nvSpPr>
          <p:cNvPr id="35" name="Google Shape;35;g311fd835375_0_108"/>
          <p:cNvSpPr txBox="1"/>
          <p:nvPr>
            <p:ph idx="12" type="sldNum"/>
          </p:nvPr>
        </p:nvSpPr>
        <p:spPr>
          <a:xfrm>
            <a:off x="11296610" y="6217622"/>
            <a:ext cx="731700" cy="524700"/>
          </a:xfrm>
          <a:prstGeom prst="rect">
            <a:avLst/>
          </a:prstGeom>
          <a:noFill/>
          <a:ln>
            <a:noFill/>
          </a:ln>
        </p:spPr>
        <p:txBody>
          <a:bodyPr anchorCtr="0" anchor="ctr" bIns="121900" lIns="121900" spcFirstLastPara="1" rIns="121900" wrap="square" tIns="121900">
            <a:normAutofit/>
          </a:bodyPr>
          <a:lstStyle>
            <a:lvl1pPr indent="0" lvl="0" marL="0" marR="0" algn="r">
              <a:lnSpc>
                <a:spcPct val="100000"/>
              </a:lnSpc>
              <a:spcBef>
                <a:spcPts val="0"/>
              </a:spcBef>
              <a:spcAft>
                <a:spcPts val="0"/>
              </a:spcAft>
              <a:buClr>
                <a:srgbClr val="000000"/>
              </a:buClr>
              <a:buSzPts val="1300"/>
              <a:buFont typeface="Arial"/>
              <a:buNone/>
              <a:defRPr b="0" i="0" sz="13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300"/>
              <a:buFont typeface="Arial"/>
              <a:buNone/>
              <a:defRPr b="0" i="0" sz="13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300"/>
              <a:buFont typeface="Arial"/>
              <a:buNone/>
              <a:defRPr b="0" i="0" sz="13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300"/>
              <a:buFont typeface="Arial"/>
              <a:buNone/>
              <a:defRPr b="0" i="0" sz="13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300"/>
              <a:buFont typeface="Arial"/>
              <a:buNone/>
              <a:defRPr b="0" i="0" sz="13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300"/>
              <a:buFont typeface="Arial"/>
              <a:buNone/>
              <a:defRPr b="0" i="0" sz="13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300"/>
              <a:buFont typeface="Arial"/>
              <a:buNone/>
              <a:defRPr b="0" i="0" sz="13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300"/>
              <a:buFont typeface="Arial"/>
              <a:buNone/>
              <a:defRPr b="0" i="0" sz="13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300"/>
              <a:buFont typeface="Arial"/>
              <a:buNone/>
              <a:defRPr b="0" i="0" sz="13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spTree>
      <p:nvGrpSpPr>
        <p:cNvPr id="36" name="Shape 36"/>
        <p:cNvGrpSpPr/>
        <p:nvPr/>
      </p:nvGrpSpPr>
      <p:grpSpPr>
        <a:xfrm>
          <a:off x="0" y="0"/>
          <a:ext cx="0" cy="0"/>
          <a:chOff x="0" y="0"/>
          <a:chExt cx="0" cy="0"/>
        </a:xfrm>
      </p:grpSpPr>
      <p:sp>
        <p:nvSpPr>
          <p:cNvPr id="37" name="Google Shape;37;g311fd835375_0_112"/>
          <p:cNvSpPr txBox="1"/>
          <p:nvPr>
            <p:ph type="title"/>
          </p:nvPr>
        </p:nvSpPr>
        <p:spPr>
          <a:xfrm>
            <a:off x="653667" y="600200"/>
            <a:ext cx="8490300" cy="5454300"/>
          </a:xfrm>
          <a:prstGeom prst="rect">
            <a:avLst/>
          </a:prstGeom>
          <a:noFill/>
          <a:ln>
            <a:noFill/>
          </a:ln>
        </p:spPr>
        <p:txBody>
          <a:bodyPr anchorCtr="0" anchor="ctr" bIns="121900" lIns="121900" spcFirstLastPara="1" rIns="121900" wrap="square" tIns="121900">
            <a:normAutofit/>
          </a:bodyPr>
          <a:lstStyle>
            <a:lvl1pPr lvl="0" algn="l">
              <a:lnSpc>
                <a:spcPct val="100000"/>
              </a:lnSpc>
              <a:spcBef>
                <a:spcPts val="0"/>
              </a:spcBef>
              <a:spcAft>
                <a:spcPts val="0"/>
              </a:spcAft>
              <a:buSzPts val="6400"/>
              <a:buNone/>
              <a:defRPr sz="6400"/>
            </a:lvl1pPr>
            <a:lvl2pPr lvl="1" algn="l">
              <a:lnSpc>
                <a:spcPct val="100000"/>
              </a:lnSpc>
              <a:spcBef>
                <a:spcPts val="0"/>
              </a:spcBef>
              <a:spcAft>
                <a:spcPts val="0"/>
              </a:spcAft>
              <a:buSzPts val="6400"/>
              <a:buNone/>
              <a:defRPr sz="6400"/>
            </a:lvl2pPr>
            <a:lvl3pPr lvl="2" algn="l">
              <a:lnSpc>
                <a:spcPct val="100000"/>
              </a:lnSpc>
              <a:spcBef>
                <a:spcPts val="0"/>
              </a:spcBef>
              <a:spcAft>
                <a:spcPts val="0"/>
              </a:spcAft>
              <a:buSzPts val="6400"/>
              <a:buNone/>
              <a:defRPr sz="6400"/>
            </a:lvl3pPr>
            <a:lvl4pPr lvl="3" algn="l">
              <a:lnSpc>
                <a:spcPct val="100000"/>
              </a:lnSpc>
              <a:spcBef>
                <a:spcPts val="0"/>
              </a:spcBef>
              <a:spcAft>
                <a:spcPts val="0"/>
              </a:spcAft>
              <a:buSzPts val="6400"/>
              <a:buNone/>
              <a:defRPr sz="6400"/>
            </a:lvl4pPr>
            <a:lvl5pPr lvl="4" algn="l">
              <a:lnSpc>
                <a:spcPct val="100000"/>
              </a:lnSpc>
              <a:spcBef>
                <a:spcPts val="0"/>
              </a:spcBef>
              <a:spcAft>
                <a:spcPts val="0"/>
              </a:spcAft>
              <a:buSzPts val="6400"/>
              <a:buNone/>
              <a:defRPr sz="6400"/>
            </a:lvl5pPr>
            <a:lvl6pPr lvl="5" algn="l">
              <a:lnSpc>
                <a:spcPct val="100000"/>
              </a:lnSpc>
              <a:spcBef>
                <a:spcPts val="0"/>
              </a:spcBef>
              <a:spcAft>
                <a:spcPts val="0"/>
              </a:spcAft>
              <a:buSzPts val="6400"/>
              <a:buNone/>
              <a:defRPr sz="6400"/>
            </a:lvl6pPr>
            <a:lvl7pPr lvl="6" algn="l">
              <a:lnSpc>
                <a:spcPct val="100000"/>
              </a:lnSpc>
              <a:spcBef>
                <a:spcPts val="0"/>
              </a:spcBef>
              <a:spcAft>
                <a:spcPts val="0"/>
              </a:spcAft>
              <a:buSzPts val="6400"/>
              <a:buNone/>
              <a:defRPr sz="6400"/>
            </a:lvl7pPr>
            <a:lvl8pPr lvl="7" algn="l">
              <a:lnSpc>
                <a:spcPct val="100000"/>
              </a:lnSpc>
              <a:spcBef>
                <a:spcPts val="0"/>
              </a:spcBef>
              <a:spcAft>
                <a:spcPts val="0"/>
              </a:spcAft>
              <a:buSzPts val="6400"/>
              <a:buNone/>
              <a:defRPr sz="6400"/>
            </a:lvl8pPr>
            <a:lvl9pPr lvl="8" algn="l">
              <a:lnSpc>
                <a:spcPct val="100000"/>
              </a:lnSpc>
              <a:spcBef>
                <a:spcPts val="0"/>
              </a:spcBef>
              <a:spcAft>
                <a:spcPts val="0"/>
              </a:spcAft>
              <a:buSzPts val="6400"/>
              <a:buNone/>
              <a:defRPr sz="6400"/>
            </a:lvl9pPr>
          </a:lstStyle>
          <a:p/>
        </p:txBody>
      </p:sp>
      <p:sp>
        <p:nvSpPr>
          <p:cNvPr id="38" name="Google Shape;38;g311fd835375_0_112"/>
          <p:cNvSpPr txBox="1"/>
          <p:nvPr>
            <p:ph idx="12" type="sldNum"/>
          </p:nvPr>
        </p:nvSpPr>
        <p:spPr>
          <a:xfrm>
            <a:off x="11296610" y="6217622"/>
            <a:ext cx="731700" cy="524700"/>
          </a:xfrm>
          <a:prstGeom prst="rect">
            <a:avLst/>
          </a:prstGeom>
          <a:noFill/>
          <a:ln>
            <a:noFill/>
          </a:ln>
        </p:spPr>
        <p:txBody>
          <a:bodyPr anchorCtr="0" anchor="ctr" bIns="121900" lIns="121900" spcFirstLastPara="1" rIns="121900" wrap="square" tIns="121900">
            <a:normAutofit/>
          </a:bodyPr>
          <a:lstStyle>
            <a:lvl1pPr indent="0" lvl="0" marL="0" marR="0" algn="r">
              <a:lnSpc>
                <a:spcPct val="100000"/>
              </a:lnSpc>
              <a:spcBef>
                <a:spcPts val="0"/>
              </a:spcBef>
              <a:spcAft>
                <a:spcPts val="0"/>
              </a:spcAft>
              <a:buClr>
                <a:srgbClr val="000000"/>
              </a:buClr>
              <a:buSzPts val="1300"/>
              <a:buFont typeface="Arial"/>
              <a:buNone/>
              <a:defRPr b="0" i="0" sz="13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300"/>
              <a:buFont typeface="Arial"/>
              <a:buNone/>
              <a:defRPr b="0" i="0" sz="13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300"/>
              <a:buFont typeface="Arial"/>
              <a:buNone/>
              <a:defRPr b="0" i="0" sz="13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300"/>
              <a:buFont typeface="Arial"/>
              <a:buNone/>
              <a:defRPr b="0" i="0" sz="13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300"/>
              <a:buFont typeface="Arial"/>
              <a:buNone/>
              <a:defRPr b="0" i="0" sz="13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300"/>
              <a:buFont typeface="Arial"/>
              <a:buNone/>
              <a:defRPr b="0" i="0" sz="13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300"/>
              <a:buFont typeface="Arial"/>
              <a:buNone/>
              <a:defRPr b="0" i="0" sz="13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300"/>
              <a:buFont typeface="Arial"/>
              <a:buNone/>
              <a:defRPr b="0" i="0" sz="13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300"/>
              <a:buFont typeface="Arial"/>
              <a:buNone/>
              <a:defRPr b="0" i="0" sz="13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39" name="Shape 39"/>
        <p:cNvGrpSpPr/>
        <p:nvPr/>
      </p:nvGrpSpPr>
      <p:grpSpPr>
        <a:xfrm>
          <a:off x="0" y="0"/>
          <a:ext cx="0" cy="0"/>
          <a:chOff x="0" y="0"/>
          <a:chExt cx="0" cy="0"/>
        </a:xfrm>
      </p:grpSpPr>
      <p:sp>
        <p:nvSpPr>
          <p:cNvPr id="40" name="Google Shape;40;g311fd835375_0_115"/>
          <p:cNvSpPr/>
          <p:nvPr/>
        </p:nvSpPr>
        <p:spPr>
          <a:xfrm>
            <a:off x="6096000" y="-167"/>
            <a:ext cx="6096000" cy="6858000"/>
          </a:xfrm>
          <a:prstGeom prst="rect">
            <a:avLst/>
          </a:prstGeom>
          <a:solidFill>
            <a:schemeClr val="lt2"/>
          </a:solidFill>
          <a:ln>
            <a:noFill/>
          </a:ln>
        </p:spPr>
        <p:txBody>
          <a:bodyPr anchorCtr="0" anchor="ctr" bIns="121900" lIns="121900" spcFirstLastPara="1" rIns="121900" wrap="square" tIns="12190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1" name="Google Shape;41;g311fd835375_0_115"/>
          <p:cNvSpPr txBox="1"/>
          <p:nvPr>
            <p:ph type="title"/>
          </p:nvPr>
        </p:nvSpPr>
        <p:spPr>
          <a:xfrm>
            <a:off x="354000" y="1644233"/>
            <a:ext cx="5393700" cy="1976400"/>
          </a:xfrm>
          <a:prstGeom prst="rect">
            <a:avLst/>
          </a:prstGeom>
          <a:noFill/>
          <a:ln>
            <a:noFill/>
          </a:ln>
        </p:spPr>
        <p:txBody>
          <a:bodyPr anchorCtr="0" anchor="b" bIns="121900" lIns="121900" spcFirstLastPara="1" rIns="121900" wrap="square" tIns="121900">
            <a:normAutofit/>
          </a:bodyPr>
          <a:lstStyle>
            <a:lvl1pPr lvl="0" algn="ctr">
              <a:lnSpc>
                <a:spcPct val="100000"/>
              </a:lnSpc>
              <a:spcBef>
                <a:spcPts val="0"/>
              </a:spcBef>
              <a:spcAft>
                <a:spcPts val="0"/>
              </a:spcAft>
              <a:buSzPts val="5600"/>
              <a:buNone/>
              <a:defRPr sz="5600"/>
            </a:lvl1pPr>
            <a:lvl2pPr lvl="1" algn="ctr">
              <a:lnSpc>
                <a:spcPct val="100000"/>
              </a:lnSpc>
              <a:spcBef>
                <a:spcPts val="0"/>
              </a:spcBef>
              <a:spcAft>
                <a:spcPts val="0"/>
              </a:spcAft>
              <a:buSzPts val="5600"/>
              <a:buNone/>
              <a:defRPr sz="5600"/>
            </a:lvl2pPr>
            <a:lvl3pPr lvl="2" algn="ctr">
              <a:lnSpc>
                <a:spcPct val="100000"/>
              </a:lnSpc>
              <a:spcBef>
                <a:spcPts val="0"/>
              </a:spcBef>
              <a:spcAft>
                <a:spcPts val="0"/>
              </a:spcAft>
              <a:buSzPts val="5600"/>
              <a:buNone/>
              <a:defRPr sz="5600"/>
            </a:lvl3pPr>
            <a:lvl4pPr lvl="3" algn="ctr">
              <a:lnSpc>
                <a:spcPct val="100000"/>
              </a:lnSpc>
              <a:spcBef>
                <a:spcPts val="0"/>
              </a:spcBef>
              <a:spcAft>
                <a:spcPts val="0"/>
              </a:spcAft>
              <a:buSzPts val="5600"/>
              <a:buNone/>
              <a:defRPr sz="5600"/>
            </a:lvl4pPr>
            <a:lvl5pPr lvl="4" algn="ctr">
              <a:lnSpc>
                <a:spcPct val="100000"/>
              </a:lnSpc>
              <a:spcBef>
                <a:spcPts val="0"/>
              </a:spcBef>
              <a:spcAft>
                <a:spcPts val="0"/>
              </a:spcAft>
              <a:buSzPts val="5600"/>
              <a:buNone/>
              <a:defRPr sz="5600"/>
            </a:lvl5pPr>
            <a:lvl6pPr lvl="5" algn="ctr">
              <a:lnSpc>
                <a:spcPct val="100000"/>
              </a:lnSpc>
              <a:spcBef>
                <a:spcPts val="0"/>
              </a:spcBef>
              <a:spcAft>
                <a:spcPts val="0"/>
              </a:spcAft>
              <a:buSzPts val="5600"/>
              <a:buNone/>
              <a:defRPr sz="5600"/>
            </a:lvl6pPr>
            <a:lvl7pPr lvl="6" algn="ctr">
              <a:lnSpc>
                <a:spcPct val="100000"/>
              </a:lnSpc>
              <a:spcBef>
                <a:spcPts val="0"/>
              </a:spcBef>
              <a:spcAft>
                <a:spcPts val="0"/>
              </a:spcAft>
              <a:buSzPts val="5600"/>
              <a:buNone/>
              <a:defRPr sz="5600"/>
            </a:lvl7pPr>
            <a:lvl8pPr lvl="7" algn="ctr">
              <a:lnSpc>
                <a:spcPct val="100000"/>
              </a:lnSpc>
              <a:spcBef>
                <a:spcPts val="0"/>
              </a:spcBef>
              <a:spcAft>
                <a:spcPts val="0"/>
              </a:spcAft>
              <a:buSzPts val="5600"/>
              <a:buNone/>
              <a:defRPr sz="5600"/>
            </a:lvl8pPr>
            <a:lvl9pPr lvl="8" algn="ctr">
              <a:lnSpc>
                <a:spcPct val="100000"/>
              </a:lnSpc>
              <a:spcBef>
                <a:spcPts val="0"/>
              </a:spcBef>
              <a:spcAft>
                <a:spcPts val="0"/>
              </a:spcAft>
              <a:buSzPts val="5600"/>
              <a:buNone/>
              <a:defRPr sz="5600"/>
            </a:lvl9pPr>
          </a:lstStyle>
          <a:p/>
        </p:txBody>
      </p:sp>
      <p:sp>
        <p:nvSpPr>
          <p:cNvPr id="42" name="Google Shape;42;g311fd835375_0_115"/>
          <p:cNvSpPr txBox="1"/>
          <p:nvPr>
            <p:ph idx="1" type="subTitle"/>
          </p:nvPr>
        </p:nvSpPr>
        <p:spPr>
          <a:xfrm>
            <a:off x="354000" y="3737433"/>
            <a:ext cx="5393700" cy="1646700"/>
          </a:xfrm>
          <a:prstGeom prst="rect">
            <a:avLst/>
          </a:prstGeom>
          <a:noFill/>
          <a:ln>
            <a:noFill/>
          </a:ln>
        </p:spPr>
        <p:txBody>
          <a:bodyPr anchorCtr="0" anchor="t" bIns="121900" lIns="121900" spcFirstLastPara="1" rIns="121900" wrap="square" tIns="121900">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43" name="Google Shape;43;g311fd835375_0_115"/>
          <p:cNvSpPr txBox="1"/>
          <p:nvPr>
            <p:ph idx="2" type="body"/>
          </p:nvPr>
        </p:nvSpPr>
        <p:spPr>
          <a:xfrm>
            <a:off x="6586000" y="965433"/>
            <a:ext cx="5115900" cy="4926900"/>
          </a:xfrm>
          <a:prstGeom prst="rect">
            <a:avLst/>
          </a:prstGeom>
          <a:noFill/>
          <a:ln>
            <a:noFill/>
          </a:ln>
        </p:spPr>
        <p:txBody>
          <a:bodyPr anchorCtr="0" anchor="ctr" bIns="121900" lIns="121900" spcFirstLastPara="1" rIns="121900" wrap="square" tIns="121900">
            <a:normAutofit/>
          </a:bodyPr>
          <a:lstStyle>
            <a:lvl1pPr indent="-381000" lvl="0" marL="457200" algn="l">
              <a:lnSpc>
                <a:spcPct val="115000"/>
              </a:lnSpc>
              <a:spcBef>
                <a:spcPts val="0"/>
              </a:spcBef>
              <a:spcAft>
                <a:spcPts val="0"/>
              </a:spcAft>
              <a:buSzPts val="2400"/>
              <a:buChar char="●"/>
              <a:defRPr/>
            </a:lvl1pPr>
            <a:lvl2pPr indent="-349250" lvl="1" marL="914400" algn="l">
              <a:lnSpc>
                <a:spcPct val="115000"/>
              </a:lnSpc>
              <a:spcBef>
                <a:spcPts val="0"/>
              </a:spcBef>
              <a:spcAft>
                <a:spcPts val="0"/>
              </a:spcAft>
              <a:buSzPts val="1900"/>
              <a:buChar char="○"/>
              <a:defRPr/>
            </a:lvl2pPr>
            <a:lvl3pPr indent="-349250" lvl="2" marL="1371600" algn="l">
              <a:lnSpc>
                <a:spcPct val="115000"/>
              </a:lnSpc>
              <a:spcBef>
                <a:spcPts val="0"/>
              </a:spcBef>
              <a:spcAft>
                <a:spcPts val="0"/>
              </a:spcAft>
              <a:buSzPts val="1900"/>
              <a:buChar char="■"/>
              <a:defRPr/>
            </a:lvl3pPr>
            <a:lvl4pPr indent="-349250" lvl="3" marL="1828800" algn="l">
              <a:lnSpc>
                <a:spcPct val="115000"/>
              </a:lnSpc>
              <a:spcBef>
                <a:spcPts val="0"/>
              </a:spcBef>
              <a:spcAft>
                <a:spcPts val="0"/>
              </a:spcAft>
              <a:buSzPts val="1900"/>
              <a:buChar char="●"/>
              <a:defRPr/>
            </a:lvl4pPr>
            <a:lvl5pPr indent="-349250" lvl="4" marL="2286000" algn="l">
              <a:lnSpc>
                <a:spcPct val="115000"/>
              </a:lnSpc>
              <a:spcBef>
                <a:spcPts val="0"/>
              </a:spcBef>
              <a:spcAft>
                <a:spcPts val="0"/>
              </a:spcAft>
              <a:buSzPts val="1900"/>
              <a:buChar char="○"/>
              <a:defRPr/>
            </a:lvl5pPr>
            <a:lvl6pPr indent="-349250" lvl="5" marL="2743200" algn="l">
              <a:lnSpc>
                <a:spcPct val="115000"/>
              </a:lnSpc>
              <a:spcBef>
                <a:spcPts val="0"/>
              </a:spcBef>
              <a:spcAft>
                <a:spcPts val="0"/>
              </a:spcAft>
              <a:buSzPts val="1900"/>
              <a:buChar char="■"/>
              <a:defRPr/>
            </a:lvl6pPr>
            <a:lvl7pPr indent="-349250" lvl="6" marL="3200400" algn="l">
              <a:lnSpc>
                <a:spcPct val="115000"/>
              </a:lnSpc>
              <a:spcBef>
                <a:spcPts val="0"/>
              </a:spcBef>
              <a:spcAft>
                <a:spcPts val="0"/>
              </a:spcAft>
              <a:buSzPts val="1900"/>
              <a:buChar char="●"/>
              <a:defRPr/>
            </a:lvl7pPr>
            <a:lvl8pPr indent="-349250" lvl="7" marL="3657600" algn="l">
              <a:lnSpc>
                <a:spcPct val="115000"/>
              </a:lnSpc>
              <a:spcBef>
                <a:spcPts val="0"/>
              </a:spcBef>
              <a:spcAft>
                <a:spcPts val="0"/>
              </a:spcAft>
              <a:buSzPts val="1900"/>
              <a:buChar char="○"/>
              <a:defRPr/>
            </a:lvl8pPr>
            <a:lvl9pPr indent="-349250" lvl="8" marL="4114800" algn="l">
              <a:lnSpc>
                <a:spcPct val="115000"/>
              </a:lnSpc>
              <a:spcBef>
                <a:spcPts val="0"/>
              </a:spcBef>
              <a:spcAft>
                <a:spcPts val="0"/>
              </a:spcAft>
              <a:buSzPts val="1900"/>
              <a:buChar char="■"/>
              <a:defRPr/>
            </a:lvl9pPr>
          </a:lstStyle>
          <a:p/>
        </p:txBody>
      </p:sp>
      <p:sp>
        <p:nvSpPr>
          <p:cNvPr id="44" name="Google Shape;44;g311fd835375_0_115"/>
          <p:cNvSpPr txBox="1"/>
          <p:nvPr>
            <p:ph idx="12" type="sldNum"/>
          </p:nvPr>
        </p:nvSpPr>
        <p:spPr>
          <a:xfrm>
            <a:off x="11296610" y="6217622"/>
            <a:ext cx="731700" cy="524700"/>
          </a:xfrm>
          <a:prstGeom prst="rect">
            <a:avLst/>
          </a:prstGeom>
          <a:noFill/>
          <a:ln>
            <a:noFill/>
          </a:ln>
        </p:spPr>
        <p:txBody>
          <a:bodyPr anchorCtr="0" anchor="ctr" bIns="121900" lIns="121900" spcFirstLastPara="1" rIns="121900" wrap="square" tIns="121900">
            <a:normAutofit/>
          </a:bodyPr>
          <a:lstStyle>
            <a:lvl1pPr indent="0" lvl="0" marL="0" marR="0" algn="r">
              <a:lnSpc>
                <a:spcPct val="100000"/>
              </a:lnSpc>
              <a:spcBef>
                <a:spcPts val="0"/>
              </a:spcBef>
              <a:spcAft>
                <a:spcPts val="0"/>
              </a:spcAft>
              <a:buClr>
                <a:srgbClr val="000000"/>
              </a:buClr>
              <a:buSzPts val="1300"/>
              <a:buFont typeface="Arial"/>
              <a:buNone/>
              <a:defRPr b="0" i="0" sz="13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300"/>
              <a:buFont typeface="Arial"/>
              <a:buNone/>
              <a:defRPr b="0" i="0" sz="13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300"/>
              <a:buFont typeface="Arial"/>
              <a:buNone/>
              <a:defRPr b="0" i="0" sz="13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300"/>
              <a:buFont typeface="Arial"/>
              <a:buNone/>
              <a:defRPr b="0" i="0" sz="13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300"/>
              <a:buFont typeface="Arial"/>
              <a:buNone/>
              <a:defRPr b="0" i="0" sz="13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300"/>
              <a:buFont typeface="Arial"/>
              <a:buNone/>
              <a:defRPr b="0" i="0" sz="13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300"/>
              <a:buFont typeface="Arial"/>
              <a:buNone/>
              <a:defRPr b="0" i="0" sz="13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300"/>
              <a:buFont typeface="Arial"/>
              <a:buNone/>
              <a:defRPr b="0" i="0" sz="13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300"/>
              <a:buFont typeface="Arial"/>
              <a:buNone/>
              <a:defRPr b="0" i="0" sz="13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45" name="Shape 45"/>
        <p:cNvGrpSpPr/>
        <p:nvPr/>
      </p:nvGrpSpPr>
      <p:grpSpPr>
        <a:xfrm>
          <a:off x="0" y="0"/>
          <a:ext cx="0" cy="0"/>
          <a:chOff x="0" y="0"/>
          <a:chExt cx="0" cy="0"/>
        </a:xfrm>
      </p:grpSpPr>
      <p:sp>
        <p:nvSpPr>
          <p:cNvPr id="46" name="Google Shape;46;g311fd835375_0_121"/>
          <p:cNvSpPr txBox="1"/>
          <p:nvPr>
            <p:ph idx="1" type="body"/>
          </p:nvPr>
        </p:nvSpPr>
        <p:spPr>
          <a:xfrm>
            <a:off x="415600" y="5640767"/>
            <a:ext cx="7998300" cy="806700"/>
          </a:xfrm>
          <a:prstGeom prst="rect">
            <a:avLst/>
          </a:prstGeom>
          <a:noFill/>
          <a:ln>
            <a:noFill/>
          </a:ln>
        </p:spPr>
        <p:txBody>
          <a:bodyPr anchorCtr="0" anchor="ctr" bIns="121900" lIns="121900" spcFirstLastPara="1" rIns="121900" wrap="square" tIns="121900">
            <a:normAutofit/>
          </a:bodyPr>
          <a:lstStyle>
            <a:lvl1pPr indent="-228600" lvl="0" marL="457200" algn="l">
              <a:lnSpc>
                <a:spcPct val="100000"/>
              </a:lnSpc>
              <a:spcBef>
                <a:spcPts val="0"/>
              </a:spcBef>
              <a:spcAft>
                <a:spcPts val="0"/>
              </a:spcAft>
              <a:buSzPts val="2400"/>
              <a:buNone/>
              <a:defRPr/>
            </a:lvl1pPr>
          </a:lstStyle>
          <a:p/>
        </p:txBody>
      </p:sp>
      <p:sp>
        <p:nvSpPr>
          <p:cNvPr id="47" name="Google Shape;47;g311fd835375_0_121"/>
          <p:cNvSpPr txBox="1"/>
          <p:nvPr>
            <p:ph idx="12" type="sldNum"/>
          </p:nvPr>
        </p:nvSpPr>
        <p:spPr>
          <a:xfrm>
            <a:off x="11296610" y="6217622"/>
            <a:ext cx="731700" cy="524700"/>
          </a:xfrm>
          <a:prstGeom prst="rect">
            <a:avLst/>
          </a:prstGeom>
          <a:noFill/>
          <a:ln>
            <a:noFill/>
          </a:ln>
        </p:spPr>
        <p:txBody>
          <a:bodyPr anchorCtr="0" anchor="ctr" bIns="121900" lIns="121900" spcFirstLastPara="1" rIns="121900" wrap="square" tIns="121900">
            <a:normAutofit/>
          </a:bodyPr>
          <a:lstStyle>
            <a:lvl1pPr indent="0" lvl="0" marL="0" marR="0" algn="r">
              <a:lnSpc>
                <a:spcPct val="100000"/>
              </a:lnSpc>
              <a:spcBef>
                <a:spcPts val="0"/>
              </a:spcBef>
              <a:spcAft>
                <a:spcPts val="0"/>
              </a:spcAft>
              <a:buClr>
                <a:srgbClr val="000000"/>
              </a:buClr>
              <a:buSzPts val="1300"/>
              <a:buFont typeface="Arial"/>
              <a:buNone/>
              <a:defRPr b="0" i="0" sz="13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300"/>
              <a:buFont typeface="Arial"/>
              <a:buNone/>
              <a:defRPr b="0" i="0" sz="13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300"/>
              <a:buFont typeface="Arial"/>
              <a:buNone/>
              <a:defRPr b="0" i="0" sz="13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300"/>
              <a:buFont typeface="Arial"/>
              <a:buNone/>
              <a:defRPr b="0" i="0" sz="13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300"/>
              <a:buFont typeface="Arial"/>
              <a:buNone/>
              <a:defRPr b="0" i="0" sz="13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300"/>
              <a:buFont typeface="Arial"/>
              <a:buNone/>
              <a:defRPr b="0" i="0" sz="13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300"/>
              <a:buFont typeface="Arial"/>
              <a:buNone/>
              <a:defRPr b="0" i="0" sz="13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300"/>
              <a:buFont typeface="Arial"/>
              <a:buNone/>
              <a:defRPr b="0" i="0" sz="13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300"/>
              <a:buFont typeface="Arial"/>
              <a:buNone/>
              <a:defRPr b="0" i="0" sz="13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48" name="Shape 48"/>
        <p:cNvGrpSpPr/>
        <p:nvPr/>
      </p:nvGrpSpPr>
      <p:grpSpPr>
        <a:xfrm>
          <a:off x="0" y="0"/>
          <a:ext cx="0" cy="0"/>
          <a:chOff x="0" y="0"/>
          <a:chExt cx="0" cy="0"/>
        </a:xfrm>
      </p:grpSpPr>
      <p:sp>
        <p:nvSpPr>
          <p:cNvPr id="49" name="Google Shape;49;g311fd835375_0_124"/>
          <p:cNvSpPr txBox="1"/>
          <p:nvPr>
            <p:ph hasCustomPrompt="1" type="title"/>
          </p:nvPr>
        </p:nvSpPr>
        <p:spPr>
          <a:xfrm>
            <a:off x="415600" y="1474833"/>
            <a:ext cx="11360700" cy="2618100"/>
          </a:xfrm>
          <a:prstGeom prst="rect">
            <a:avLst/>
          </a:prstGeom>
          <a:noFill/>
          <a:ln>
            <a:noFill/>
          </a:ln>
        </p:spPr>
        <p:txBody>
          <a:bodyPr anchorCtr="0" anchor="b" bIns="121900" lIns="121900" spcFirstLastPara="1" rIns="121900" wrap="square" tIns="121900">
            <a:normAutofit/>
          </a:bodyPr>
          <a:lstStyle>
            <a:lvl1pPr lvl="0" algn="ctr">
              <a:lnSpc>
                <a:spcPct val="100000"/>
              </a:lnSpc>
              <a:spcBef>
                <a:spcPts val="0"/>
              </a:spcBef>
              <a:spcAft>
                <a:spcPts val="0"/>
              </a:spcAft>
              <a:buSzPts val="16000"/>
              <a:buNone/>
              <a:defRPr sz="16000"/>
            </a:lvl1pPr>
            <a:lvl2pPr lvl="1" algn="ctr">
              <a:lnSpc>
                <a:spcPct val="100000"/>
              </a:lnSpc>
              <a:spcBef>
                <a:spcPts val="0"/>
              </a:spcBef>
              <a:spcAft>
                <a:spcPts val="0"/>
              </a:spcAft>
              <a:buSzPts val="16000"/>
              <a:buNone/>
              <a:defRPr sz="16000"/>
            </a:lvl2pPr>
            <a:lvl3pPr lvl="2" algn="ctr">
              <a:lnSpc>
                <a:spcPct val="100000"/>
              </a:lnSpc>
              <a:spcBef>
                <a:spcPts val="0"/>
              </a:spcBef>
              <a:spcAft>
                <a:spcPts val="0"/>
              </a:spcAft>
              <a:buSzPts val="16000"/>
              <a:buNone/>
              <a:defRPr sz="16000"/>
            </a:lvl3pPr>
            <a:lvl4pPr lvl="3" algn="ctr">
              <a:lnSpc>
                <a:spcPct val="100000"/>
              </a:lnSpc>
              <a:spcBef>
                <a:spcPts val="0"/>
              </a:spcBef>
              <a:spcAft>
                <a:spcPts val="0"/>
              </a:spcAft>
              <a:buSzPts val="16000"/>
              <a:buNone/>
              <a:defRPr sz="16000"/>
            </a:lvl4pPr>
            <a:lvl5pPr lvl="4" algn="ctr">
              <a:lnSpc>
                <a:spcPct val="100000"/>
              </a:lnSpc>
              <a:spcBef>
                <a:spcPts val="0"/>
              </a:spcBef>
              <a:spcAft>
                <a:spcPts val="0"/>
              </a:spcAft>
              <a:buSzPts val="16000"/>
              <a:buNone/>
              <a:defRPr sz="16000"/>
            </a:lvl5pPr>
            <a:lvl6pPr lvl="5" algn="ctr">
              <a:lnSpc>
                <a:spcPct val="100000"/>
              </a:lnSpc>
              <a:spcBef>
                <a:spcPts val="0"/>
              </a:spcBef>
              <a:spcAft>
                <a:spcPts val="0"/>
              </a:spcAft>
              <a:buSzPts val="16000"/>
              <a:buNone/>
              <a:defRPr sz="16000"/>
            </a:lvl6pPr>
            <a:lvl7pPr lvl="6" algn="ctr">
              <a:lnSpc>
                <a:spcPct val="100000"/>
              </a:lnSpc>
              <a:spcBef>
                <a:spcPts val="0"/>
              </a:spcBef>
              <a:spcAft>
                <a:spcPts val="0"/>
              </a:spcAft>
              <a:buSzPts val="16000"/>
              <a:buNone/>
              <a:defRPr sz="16000"/>
            </a:lvl7pPr>
            <a:lvl8pPr lvl="7" algn="ctr">
              <a:lnSpc>
                <a:spcPct val="100000"/>
              </a:lnSpc>
              <a:spcBef>
                <a:spcPts val="0"/>
              </a:spcBef>
              <a:spcAft>
                <a:spcPts val="0"/>
              </a:spcAft>
              <a:buSzPts val="16000"/>
              <a:buNone/>
              <a:defRPr sz="16000"/>
            </a:lvl8pPr>
            <a:lvl9pPr lvl="8" algn="ctr">
              <a:lnSpc>
                <a:spcPct val="100000"/>
              </a:lnSpc>
              <a:spcBef>
                <a:spcPts val="0"/>
              </a:spcBef>
              <a:spcAft>
                <a:spcPts val="0"/>
              </a:spcAft>
              <a:buSzPts val="16000"/>
              <a:buNone/>
              <a:defRPr sz="16000"/>
            </a:lvl9pPr>
          </a:lstStyle>
          <a:p>
            <a:r>
              <a:t>xx%</a:t>
            </a:r>
          </a:p>
        </p:txBody>
      </p:sp>
      <p:sp>
        <p:nvSpPr>
          <p:cNvPr id="50" name="Google Shape;50;g311fd835375_0_124"/>
          <p:cNvSpPr txBox="1"/>
          <p:nvPr>
            <p:ph idx="1" type="body"/>
          </p:nvPr>
        </p:nvSpPr>
        <p:spPr>
          <a:xfrm>
            <a:off x="415600" y="4202967"/>
            <a:ext cx="11360700" cy="1734300"/>
          </a:xfrm>
          <a:prstGeom prst="rect">
            <a:avLst/>
          </a:prstGeom>
          <a:noFill/>
          <a:ln>
            <a:noFill/>
          </a:ln>
        </p:spPr>
        <p:txBody>
          <a:bodyPr anchorCtr="0" anchor="t" bIns="121900" lIns="121900" spcFirstLastPara="1" rIns="121900" wrap="square" tIns="121900">
            <a:normAutofit/>
          </a:bodyPr>
          <a:lstStyle>
            <a:lvl1pPr indent="-381000" lvl="0" marL="457200" algn="ctr">
              <a:lnSpc>
                <a:spcPct val="115000"/>
              </a:lnSpc>
              <a:spcBef>
                <a:spcPts val="0"/>
              </a:spcBef>
              <a:spcAft>
                <a:spcPts val="0"/>
              </a:spcAft>
              <a:buSzPts val="2400"/>
              <a:buChar char="●"/>
              <a:defRPr/>
            </a:lvl1pPr>
            <a:lvl2pPr indent="-349250" lvl="1" marL="914400" algn="ctr">
              <a:lnSpc>
                <a:spcPct val="115000"/>
              </a:lnSpc>
              <a:spcBef>
                <a:spcPts val="0"/>
              </a:spcBef>
              <a:spcAft>
                <a:spcPts val="0"/>
              </a:spcAft>
              <a:buSzPts val="1900"/>
              <a:buChar char="○"/>
              <a:defRPr/>
            </a:lvl2pPr>
            <a:lvl3pPr indent="-349250" lvl="2" marL="1371600" algn="ctr">
              <a:lnSpc>
                <a:spcPct val="115000"/>
              </a:lnSpc>
              <a:spcBef>
                <a:spcPts val="0"/>
              </a:spcBef>
              <a:spcAft>
                <a:spcPts val="0"/>
              </a:spcAft>
              <a:buSzPts val="1900"/>
              <a:buChar char="■"/>
              <a:defRPr/>
            </a:lvl3pPr>
            <a:lvl4pPr indent="-349250" lvl="3" marL="1828800" algn="ctr">
              <a:lnSpc>
                <a:spcPct val="115000"/>
              </a:lnSpc>
              <a:spcBef>
                <a:spcPts val="0"/>
              </a:spcBef>
              <a:spcAft>
                <a:spcPts val="0"/>
              </a:spcAft>
              <a:buSzPts val="1900"/>
              <a:buChar char="●"/>
              <a:defRPr/>
            </a:lvl4pPr>
            <a:lvl5pPr indent="-349250" lvl="4" marL="2286000" algn="ctr">
              <a:lnSpc>
                <a:spcPct val="115000"/>
              </a:lnSpc>
              <a:spcBef>
                <a:spcPts val="0"/>
              </a:spcBef>
              <a:spcAft>
                <a:spcPts val="0"/>
              </a:spcAft>
              <a:buSzPts val="1900"/>
              <a:buChar char="○"/>
              <a:defRPr/>
            </a:lvl5pPr>
            <a:lvl6pPr indent="-349250" lvl="5" marL="2743200" algn="ctr">
              <a:lnSpc>
                <a:spcPct val="115000"/>
              </a:lnSpc>
              <a:spcBef>
                <a:spcPts val="0"/>
              </a:spcBef>
              <a:spcAft>
                <a:spcPts val="0"/>
              </a:spcAft>
              <a:buSzPts val="1900"/>
              <a:buChar char="■"/>
              <a:defRPr/>
            </a:lvl6pPr>
            <a:lvl7pPr indent="-349250" lvl="6" marL="3200400" algn="ctr">
              <a:lnSpc>
                <a:spcPct val="115000"/>
              </a:lnSpc>
              <a:spcBef>
                <a:spcPts val="0"/>
              </a:spcBef>
              <a:spcAft>
                <a:spcPts val="0"/>
              </a:spcAft>
              <a:buSzPts val="1900"/>
              <a:buChar char="●"/>
              <a:defRPr/>
            </a:lvl7pPr>
            <a:lvl8pPr indent="-349250" lvl="7" marL="3657600" algn="ctr">
              <a:lnSpc>
                <a:spcPct val="115000"/>
              </a:lnSpc>
              <a:spcBef>
                <a:spcPts val="0"/>
              </a:spcBef>
              <a:spcAft>
                <a:spcPts val="0"/>
              </a:spcAft>
              <a:buSzPts val="1900"/>
              <a:buChar char="○"/>
              <a:defRPr/>
            </a:lvl8pPr>
            <a:lvl9pPr indent="-349250" lvl="8" marL="4114800" algn="ctr">
              <a:lnSpc>
                <a:spcPct val="115000"/>
              </a:lnSpc>
              <a:spcBef>
                <a:spcPts val="0"/>
              </a:spcBef>
              <a:spcAft>
                <a:spcPts val="0"/>
              </a:spcAft>
              <a:buSzPts val="1900"/>
              <a:buChar char="■"/>
              <a:defRPr/>
            </a:lvl9pPr>
          </a:lstStyle>
          <a:p/>
        </p:txBody>
      </p:sp>
      <p:sp>
        <p:nvSpPr>
          <p:cNvPr id="51" name="Google Shape;51;g311fd835375_0_124"/>
          <p:cNvSpPr txBox="1"/>
          <p:nvPr>
            <p:ph idx="12" type="sldNum"/>
          </p:nvPr>
        </p:nvSpPr>
        <p:spPr>
          <a:xfrm>
            <a:off x="11296610" y="6217622"/>
            <a:ext cx="731700" cy="524700"/>
          </a:xfrm>
          <a:prstGeom prst="rect">
            <a:avLst/>
          </a:prstGeom>
          <a:noFill/>
          <a:ln>
            <a:noFill/>
          </a:ln>
        </p:spPr>
        <p:txBody>
          <a:bodyPr anchorCtr="0" anchor="ctr" bIns="121900" lIns="121900" spcFirstLastPara="1" rIns="121900" wrap="square" tIns="121900">
            <a:normAutofit/>
          </a:bodyPr>
          <a:lstStyle>
            <a:lvl1pPr indent="0" lvl="0" marL="0" marR="0" algn="r">
              <a:lnSpc>
                <a:spcPct val="100000"/>
              </a:lnSpc>
              <a:spcBef>
                <a:spcPts val="0"/>
              </a:spcBef>
              <a:spcAft>
                <a:spcPts val="0"/>
              </a:spcAft>
              <a:buClr>
                <a:srgbClr val="000000"/>
              </a:buClr>
              <a:buSzPts val="1300"/>
              <a:buFont typeface="Arial"/>
              <a:buNone/>
              <a:defRPr b="0" i="0" sz="13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300"/>
              <a:buFont typeface="Arial"/>
              <a:buNone/>
              <a:defRPr b="0" i="0" sz="13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300"/>
              <a:buFont typeface="Arial"/>
              <a:buNone/>
              <a:defRPr b="0" i="0" sz="13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300"/>
              <a:buFont typeface="Arial"/>
              <a:buNone/>
              <a:defRPr b="0" i="0" sz="13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300"/>
              <a:buFont typeface="Arial"/>
              <a:buNone/>
              <a:defRPr b="0" i="0" sz="13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300"/>
              <a:buFont typeface="Arial"/>
              <a:buNone/>
              <a:defRPr b="0" i="0" sz="13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300"/>
              <a:buFont typeface="Arial"/>
              <a:buNone/>
              <a:defRPr b="0" i="0" sz="13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300"/>
              <a:buFont typeface="Arial"/>
              <a:buNone/>
              <a:defRPr b="0" i="0" sz="13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300"/>
              <a:buFont typeface="Arial"/>
              <a:buNone/>
              <a:defRPr b="0" i="0" sz="13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52" name="Shape 52"/>
        <p:cNvGrpSpPr/>
        <p:nvPr/>
      </p:nvGrpSpPr>
      <p:grpSpPr>
        <a:xfrm>
          <a:off x="0" y="0"/>
          <a:ext cx="0" cy="0"/>
          <a:chOff x="0" y="0"/>
          <a:chExt cx="0" cy="0"/>
        </a:xfrm>
      </p:grpSpPr>
      <p:sp>
        <p:nvSpPr>
          <p:cNvPr id="53" name="Google Shape;53;g311fd835375_0_128"/>
          <p:cNvSpPr txBox="1"/>
          <p:nvPr>
            <p:ph idx="12" type="sldNum"/>
          </p:nvPr>
        </p:nvSpPr>
        <p:spPr>
          <a:xfrm>
            <a:off x="11296610" y="6217622"/>
            <a:ext cx="731700" cy="524700"/>
          </a:xfrm>
          <a:prstGeom prst="rect">
            <a:avLst/>
          </a:prstGeom>
          <a:noFill/>
          <a:ln>
            <a:noFill/>
          </a:ln>
        </p:spPr>
        <p:txBody>
          <a:bodyPr anchorCtr="0" anchor="ctr" bIns="121900" lIns="121900" spcFirstLastPara="1" rIns="121900" wrap="square" tIns="121900">
            <a:normAutofit/>
          </a:bodyPr>
          <a:lstStyle>
            <a:lvl1pPr indent="0" lvl="0" marL="0" marR="0" algn="r">
              <a:lnSpc>
                <a:spcPct val="100000"/>
              </a:lnSpc>
              <a:spcBef>
                <a:spcPts val="0"/>
              </a:spcBef>
              <a:spcAft>
                <a:spcPts val="0"/>
              </a:spcAft>
              <a:buClr>
                <a:srgbClr val="000000"/>
              </a:buClr>
              <a:buSzPts val="1300"/>
              <a:buFont typeface="Arial"/>
              <a:buNone/>
              <a:defRPr b="0" i="0" sz="13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300"/>
              <a:buFont typeface="Arial"/>
              <a:buNone/>
              <a:defRPr b="0" i="0" sz="13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300"/>
              <a:buFont typeface="Arial"/>
              <a:buNone/>
              <a:defRPr b="0" i="0" sz="13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300"/>
              <a:buFont typeface="Arial"/>
              <a:buNone/>
              <a:defRPr b="0" i="0" sz="13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300"/>
              <a:buFont typeface="Arial"/>
              <a:buNone/>
              <a:defRPr b="0" i="0" sz="13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300"/>
              <a:buFont typeface="Arial"/>
              <a:buNone/>
              <a:defRPr b="0" i="0" sz="13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300"/>
              <a:buFont typeface="Arial"/>
              <a:buNone/>
              <a:defRPr b="0" i="0" sz="13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300"/>
              <a:buFont typeface="Arial"/>
              <a:buNone/>
              <a:defRPr b="0" i="0" sz="13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300"/>
              <a:buFont typeface="Arial"/>
              <a:buNone/>
              <a:defRPr b="0" i="0" sz="13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54" name="Shape 54"/>
        <p:cNvGrpSpPr/>
        <p:nvPr/>
      </p:nvGrpSpPr>
      <p:grpSpPr>
        <a:xfrm>
          <a:off x="0" y="0"/>
          <a:ext cx="0" cy="0"/>
          <a:chOff x="0" y="0"/>
          <a:chExt cx="0" cy="0"/>
        </a:xfrm>
      </p:grpSpPr>
      <p:sp>
        <p:nvSpPr>
          <p:cNvPr id="55" name="Google Shape;55;g311fd835375_0_130"/>
          <p:cNvSpPr txBox="1"/>
          <p:nvPr>
            <p:ph type="title"/>
          </p:nvPr>
        </p:nvSpPr>
        <p:spPr>
          <a:xfrm>
            <a:off x="838200" y="365125"/>
            <a:ext cx="10515600" cy="1325700"/>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1"/>
              </a:buClr>
              <a:buSzPts val="1900"/>
              <a:buNone/>
              <a:defRPr/>
            </a:lvl1pPr>
            <a:lvl2pPr lvl="1" algn="l">
              <a:lnSpc>
                <a:spcPct val="100000"/>
              </a:lnSpc>
              <a:spcBef>
                <a:spcPts val="0"/>
              </a:spcBef>
              <a:spcAft>
                <a:spcPts val="0"/>
              </a:spcAft>
              <a:buSzPts val="1500"/>
              <a:buNone/>
              <a:defRPr/>
            </a:lvl2pPr>
            <a:lvl3pPr lvl="2" algn="l">
              <a:lnSpc>
                <a:spcPct val="100000"/>
              </a:lnSpc>
              <a:spcBef>
                <a:spcPts val="0"/>
              </a:spcBef>
              <a:spcAft>
                <a:spcPts val="0"/>
              </a:spcAft>
              <a:buSzPts val="1500"/>
              <a:buNone/>
              <a:defRPr/>
            </a:lvl3pPr>
            <a:lvl4pPr lvl="3" algn="l">
              <a:lnSpc>
                <a:spcPct val="100000"/>
              </a:lnSpc>
              <a:spcBef>
                <a:spcPts val="0"/>
              </a:spcBef>
              <a:spcAft>
                <a:spcPts val="0"/>
              </a:spcAft>
              <a:buSzPts val="1500"/>
              <a:buNone/>
              <a:defRPr/>
            </a:lvl4pPr>
            <a:lvl5pPr lvl="4" algn="l">
              <a:lnSpc>
                <a:spcPct val="100000"/>
              </a:lnSpc>
              <a:spcBef>
                <a:spcPts val="0"/>
              </a:spcBef>
              <a:spcAft>
                <a:spcPts val="0"/>
              </a:spcAft>
              <a:buSzPts val="1500"/>
              <a:buNone/>
              <a:defRPr/>
            </a:lvl5pPr>
            <a:lvl6pPr lvl="5" algn="l">
              <a:lnSpc>
                <a:spcPct val="100000"/>
              </a:lnSpc>
              <a:spcBef>
                <a:spcPts val="0"/>
              </a:spcBef>
              <a:spcAft>
                <a:spcPts val="0"/>
              </a:spcAft>
              <a:buSzPts val="1500"/>
              <a:buNone/>
              <a:defRPr/>
            </a:lvl6pPr>
            <a:lvl7pPr lvl="6" algn="l">
              <a:lnSpc>
                <a:spcPct val="100000"/>
              </a:lnSpc>
              <a:spcBef>
                <a:spcPts val="0"/>
              </a:spcBef>
              <a:spcAft>
                <a:spcPts val="0"/>
              </a:spcAft>
              <a:buSzPts val="1500"/>
              <a:buNone/>
              <a:defRPr/>
            </a:lvl7pPr>
            <a:lvl8pPr lvl="7" algn="l">
              <a:lnSpc>
                <a:spcPct val="100000"/>
              </a:lnSpc>
              <a:spcBef>
                <a:spcPts val="0"/>
              </a:spcBef>
              <a:spcAft>
                <a:spcPts val="0"/>
              </a:spcAft>
              <a:buSzPts val="1500"/>
              <a:buNone/>
              <a:defRPr/>
            </a:lvl8pPr>
            <a:lvl9pPr lvl="8" algn="l">
              <a:lnSpc>
                <a:spcPct val="100000"/>
              </a:lnSpc>
              <a:spcBef>
                <a:spcPts val="0"/>
              </a:spcBef>
              <a:spcAft>
                <a:spcPts val="0"/>
              </a:spcAft>
              <a:buSzPts val="1500"/>
              <a:buNone/>
              <a:defRPr/>
            </a:lvl9pPr>
          </a:lstStyle>
          <a:p/>
        </p:txBody>
      </p:sp>
      <p:sp>
        <p:nvSpPr>
          <p:cNvPr id="56" name="Google Shape;56;g311fd835375_0_130"/>
          <p:cNvSpPr txBox="1"/>
          <p:nvPr>
            <p:ph idx="1" type="body"/>
          </p:nvPr>
        </p:nvSpPr>
        <p:spPr>
          <a:xfrm>
            <a:off x="838200" y="1825625"/>
            <a:ext cx="10515600" cy="4351200"/>
          </a:xfrm>
          <a:prstGeom prst="rect">
            <a:avLst/>
          </a:prstGeom>
          <a:noFill/>
          <a:ln>
            <a:noFill/>
          </a:ln>
        </p:spPr>
        <p:txBody>
          <a:bodyPr anchorCtr="0" anchor="t" bIns="45700" lIns="91425" spcFirstLastPara="1" rIns="91425" wrap="square" tIns="45700">
            <a:normAutofit/>
          </a:bodyPr>
          <a:lstStyle>
            <a:lvl1pPr indent="-349250" lvl="0" marL="457200" algn="l">
              <a:lnSpc>
                <a:spcPct val="90000"/>
              </a:lnSpc>
              <a:spcBef>
                <a:spcPts val="1100"/>
              </a:spcBef>
              <a:spcAft>
                <a:spcPts val="0"/>
              </a:spcAft>
              <a:buClr>
                <a:schemeClr val="dk1"/>
              </a:buClr>
              <a:buSzPts val="1900"/>
              <a:buChar char="•"/>
              <a:defRPr/>
            </a:lvl1pPr>
            <a:lvl2pPr indent="-349250" lvl="1" marL="914400" algn="l">
              <a:lnSpc>
                <a:spcPct val="90000"/>
              </a:lnSpc>
              <a:spcBef>
                <a:spcPts val="500"/>
              </a:spcBef>
              <a:spcAft>
                <a:spcPts val="0"/>
              </a:spcAft>
              <a:buClr>
                <a:schemeClr val="dk1"/>
              </a:buClr>
              <a:buSzPts val="1900"/>
              <a:buChar char="•"/>
              <a:defRPr/>
            </a:lvl2pPr>
            <a:lvl3pPr indent="-349250" lvl="2" marL="1371600" algn="l">
              <a:lnSpc>
                <a:spcPct val="90000"/>
              </a:lnSpc>
              <a:spcBef>
                <a:spcPts val="500"/>
              </a:spcBef>
              <a:spcAft>
                <a:spcPts val="0"/>
              </a:spcAft>
              <a:buClr>
                <a:schemeClr val="dk1"/>
              </a:buClr>
              <a:buSzPts val="1900"/>
              <a:buChar char="•"/>
              <a:defRPr/>
            </a:lvl3pPr>
            <a:lvl4pPr indent="-349250" lvl="3" marL="1828800" algn="l">
              <a:lnSpc>
                <a:spcPct val="90000"/>
              </a:lnSpc>
              <a:spcBef>
                <a:spcPts val="500"/>
              </a:spcBef>
              <a:spcAft>
                <a:spcPts val="0"/>
              </a:spcAft>
              <a:buClr>
                <a:schemeClr val="dk1"/>
              </a:buClr>
              <a:buSzPts val="1900"/>
              <a:buChar char="•"/>
              <a:defRPr/>
            </a:lvl4pPr>
            <a:lvl5pPr indent="-349250" lvl="4" marL="2286000" algn="l">
              <a:lnSpc>
                <a:spcPct val="90000"/>
              </a:lnSpc>
              <a:spcBef>
                <a:spcPts val="500"/>
              </a:spcBef>
              <a:spcAft>
                <a:spcPts val="0"/>
              </a:spcAft>
              <a:buClr>
                <a:schemeClr val="dk1"/>
              </a:buClr>
              <a:buSzPts val="1900"/>
              <a:buChar char="•"/>
              <a:defRPr/>
            </a:lvl5pPr>
            <a:lvl6pPr indent="-349250" lvl="5" marL="2743200" algn="l">
              <a:lnSpc>
                <a:spcPct val="90000"/>
              </a:lnSpc>
              <a:spcBef>
                <a:spcPts val="500"/>
              </a:spcBef>
              <a:spcAft>
                <a:spcPts val="0"/>
              </a:spcAft>
              <a:buClr>
                <a:schemeClr val="dk1"/>
              </a:buClr>
              <a:buSzPts val="1900"/>
              <a:buChar char="•"/>
              <a:defRPr/>
            </a:lvl6pPr>
            <a:lvl7pPr indent="-349250" lvl="6" marL="3200400" algn="l">
              <a:lnSpc>
                <a:spcPct val="90000"/>
              </a:lnSpc>
              <a:spcBef>
                <a:spcPts val="500"/>
              </a:spcBef>
              <a:spcAft>
                <a:spcPts val="0"/>
              </a:spcAft>
              <a:buClr>
                <a:schemeClr val="dk1"/>
              </a:buClr>
              <a:buSzPts val="1900"/>
              <a:buChar char="•"/>
              <a:defRPr/>
            </a:lvl7pPr>
            <a:lvl8pPr indent="-349250" lvl="7" marL="3657600" algn="l">
              <a:lnSpc>
                <a:spcPct val="90000"/>
              </a:lnSpc>
              <a:spcBef>
                <a:spcPts val="500"/>
              </a:spcBef>
              <a:spcAft>
                <a:spcPts val="0"/>
              </a:spcAft>
              <a:buClr>
                <a:schemeClr val="dk1"/>
              </a:buClr>
              <a:buSzPts val="1900"/>
              <a:buChar char="•"/>
              <a:defRPr/>
            </a:lvl8pPr>
            <a:lvl9pPr indent="-349250" lvl="8" marL="4114800" algn="l">
              <a:lnSpc>
                <a:spcPct val="90000"/>
              </a:lnSpc>
              <a:spcBef>
                <a:spcPts val="500"/>
              </a:spcBef>
              <a:spcAft>
                <a:spcPts val="0"/>
              </a:spcAft>
              <a:buClr>
                <a:schemeClr val="dk1"/>
              </a:buClr>
              <a:buSzPts val="1900"/>
              <a:buChar char="•"/>
              <a:defRPr/>
            </a:lvl9pPr>
          </a:lstStyle>
          <a:p/>
        </p:txBody>
      </p:sp>
      <p:sp>
        <p:nvSpPr>
          <p:cNvPr id="57" name="Google Shape;57;g311fd835375_0_130"/>
          <p:cNvSpPr txBox="1"/>
          <p:nvPr>
            <p:ph idx="10" type="dt"/>
          </p:nvPr>
        </p:nvSpPr>
        <p:spPr>
          <a:xfrm>
            <a:off x="838200" y="6356350"/>
            <a:ext cx="2743200" cy="365100"/>
          </a:xfrm>
          <a:prstGeom prst="rect">
            <a:avLst/>
          </a:prstGeom>
          <a:noFill/>
          <a:ln>
            <a:noFill/>
          </a:ln>
        </p:spPr>
        <p:txBody>
          <a:bodyPr anchorCtr="0" anchor="ctr" bIns="45700" lIns="91425" spcFirstLastPara="1" rIns="91425" wrap="square" tIns="45700">
            <a:noAutofit/>
          </a:bodyPr>
          <a:lstStyle>
            <a:lvl1pPr lvl="0" marR="0" rtl="0" algn="l">
              <a:lnSpc>
                <a:spcPct val="100000"/>
              </a:lnSpc>
              <a:spcBef>
                <a:spcPts val="0"/>
              </a:spcBef>
              <a:spcAft>
                <a:spcPts val="0"/>
              </a:spcAft>
              <a:buClr>
                <a:srgbClr val="000000"/>
              </a:buClr>
              <a:buSzPts val="1500"/>
              <a:buFont typeface="Arial"/>
              <a:buNone/>
              <a:defRPr b="0" i="0" sz="15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SzPts val="1500"/>
              <a:buFont typeface="Arial"/>
              <a:buNone/>
              <a:defRPr b="0" i="0" sz="15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500"/>
              <a:buFont typeface="Arial"/>
              <a:buNone/>
              <a:defRPr b="0" i="0" sz="15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500"/>
              <a:buFont typeface="Arial"/>
              <a:buNone/>
              <a:defRPr b="0" i="0" sz="15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500"/>
              <a:buFont typeface="Arial"/>
              <a:buNone/>
              <a:defRPr b="0" i="0" sz="15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500"/>
              <a:buFont typeface="Arial"/>
              <a:buNone/>
              <a:defRPr b="0" i="0" sz="15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500"/>
              <a:buFont typeface="Arial"/>
              <a:buNone/>
              <a:defRPr b="0" i="0" sz="15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500"/>
              <a:buFont typeface="Arial"/>
              <a:buNone/>
              <a:defRPr b="0" i="0" sz="15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500"/>
              <a:buFont typeface="Arial"/>
              <a:buNone/>
              <a:defRPr b="0" i="0" sz="1500" u="none" cap="none" strike="noStrike">
                <a:solidFill>
                  <a:srgbClr val="000000"/>
                </a:solidFill>
                <a:latin typeface="Arial"/>
                <a:ea typeface="Arial"/>
                <a:cs typeface="Arial"/>
                <a:sym typeface="Arial"/>
              </a:defRPr>
            </a:lvl9pPr>
          </a:lstStyle>
          <a:p/>
        </p:txBody>
      </p:sp>
      <p:sp>
        <p:nvSpPr>
          <p:cNvPr id="58" name="Google Shape;58;g311fd835375_0_130"/>
          <p:cNvSpPr txBox="1"/>
          <p:nvPr>
            <p:ph idx="11" type="ftr"/>
          </p:nvPr>
        </p:nvSpPr>
        <p:spPr>
          <a:xfrm>
            <a:off x="4038600" y="6356350"/>
            <a:ext cx="4114800" cy="365100"/>
          </a:xfrm>
          <a:prstGeom prst="rect">
            <a:avLst/>
          </a:prstGeom>
          <a:noFill/>
          <a:ln>
            <a:noFill/>
          </a:ln>
        </p:spPr>
        <p:txBody>
          <a:bodyPr anchorCtr="0" anchor="ctr" bIns="45700" lIns="91425" spcFirstLastPara="1" rIns="91425" wrap="square" tIns="45700">
            <a:noAutofit/>
          </a:bodyPr>
          <a:lstStyle>
            <a:lvl1pPr lvl="0" marR="0" rtl="0" algn="ctr">
              <a:lnSpc>
                <a:spcPct val="100000"/>
              </a:lnSpc>
              <a:spcBef>
                <a:spcPts val="0"/>
              </a:spcBef>
              <a:spcAft>
                <a:spcPts val="0"/>
              </a:spcAft>
              <a:buClr>
                <a:srgbClr val="000000"/>
              </a:buClr>
              <a:buSzPts val="1500"/>
              <a:buFont typeface="Arial"/>
              <a:buNone/>
              <a:defRPr b="0" i="0" sz="15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SzPts val="1500"/>
              <a:buFont typeface="Arial"/>
              <a:buNone/>
              <a:defRPr b="0" i="0" sz="15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500"/>
              <a:buFont typeface="Arial"/>
              <a:buNone/>
              <a:defRPr b="0" i="0" sz="15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500"/>
              <a:buFont typeface="Arial"/>
              <a:buNone/>
              <a:defRPr b="0" i="0" sz="15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500"/>
              <a:buFont typeface="Arial"/>
              <a:buNone/>
              <a:defRPr b="0" i="0" sz="15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500"/>
              <a:buFont typeface="Arial"/>
              <a:buNone/>
              <a:defRPr b="0" i="0" sz="15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500"/>
              <a:buFont typeface="Arial"/>
              <a:buNone/>
              <a:defRPr b="0" i="0" sz="15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500"/>
              <a:buFont typeface="Arial"/>
              <a:buNone/>
              <a:defRPr b="0" i="0" sz="15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500"/>
              <a:buFont typeface="Arial"/>
              <a:buNone/>
              <a:defRPr b="0" i="0" sz="1500" u="none" cap="none" strike="noStrike">
                <a:solidFill>
                  <a:srgbClr val="000000"/>
                </a:solidFill>
                <a:latin typeface="Arial"/>
                <a:ea typeface="Arial"/>
                <a:cs typeface="Arial"/>
                <a:sym typeface="Arial"/>
              </a:defRPr>
            </a:lvl9pPr>
          </a:lstStyle>
          <a:p/>
        </p:txBody>
      </p:sp>
      <p:sp>
        <p:nvSpPr>
          <p:cNvPr id="59" name="Google Shape;59;g311fd835375_0_130"/>
          <p:cNvSpPr txBox="1"/>
          <p:nvPr>
            <p:ph idx="12" type="sldNum"/>
          </p:nvPr>
        </p:nvSpPr>
        <p:spPr>
          <a:xfrm>
            <a:off x="8610600" y="6356350"/>
            <a:ext cx="2743200" cy="365100"/>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0000"/>
              </a:buClr>
              <a:buSzPts val="1200"/>
              <a:buFont typeface="Arial"/>
              <a:buNone/>
              <a:defRPr b="0" i="0" sz="1200" u="none" cap="none" strike="noStrike">
                <a:solidFill>
                  <a:srgbClr val="757575"/>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200"/>
              <a:buFont typeface="Arial"/>
              <a:buNone/>
              <a:defRPr b="0" i="0" sz="1200" u="none" cap="none" strike="noStrike">
                <a:solidFill>
                  <a:srgbClr val="757575"/>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200"/>
              <a:buFont typeface="Arial"/>
              <a:buNone/>
              <a:defRPr b="0" i="0" sz="1200" u="none" cap="none" strike="noStrike">
                <a:solidFill>
                  <a:srgbClr val="757575"/>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200"/>
              <a:buFont typeface="Arial"/>
              <a:buNone/>
              <a:defRPr b="0" i="0" sz="1200" u="none" cap="none" strike="noStrike">
                <a:solidFill>
                  <a:srgbClr val="757575"/>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200"/>
              <a:buFont typeface="Arial"/>
              <a:buNone/>
              <a:defRPr b="0" i="0" sz="1200" u="none" cap="none" strike="noStrike">
                <a:solidFill>
                  <a:srgbClr val="757575"/>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200"/>
              <a:buFont typeface="Arial"/>
              <a:buNone/>
              <a:defRPr b="0" i="0" sz="1200" u="none" cap="none" strike="noStrike">
                <a:solidFill>
                  <a:srgbClr val="757575"/>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200"/>
              <a:buFont typeface="Arial"/>
              <a:buNone/>
              <a:defRPr b="0" i="0" sz="1200" u="none" cap="none" strike="noStrike">
                <a:solidFill>
                  <a:srgbClr val="757575"/>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200"/>
              <a:buFont typeface="Arial"/>
              <a:buNone/>
              <a:defRPr b="0" i="0" sz="1200" u="none" cap="none" strike="noStrike">
                <a:solidFill>
                  <a:srgbClr val="757575"/>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200"/>
              <a:buFont typeface="Arial"/>
              <a:buNone/>
              <a:defRPr b="0" i="0" sz="1200" u="none" cap="none" strike="noStrike">
                <a:solidFill>
                  <a:srgbClr val="757575"/>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66" name="Shape 66"/>
        <p:cNvGrpSpPr/>
        <p:nvPr/>
      </p:nvGrpSpPr>
      <p:grpSpPr>
        <a:xfrm>
          <a:off x="0" y="0"/>
          <a:ext cx="0" cy="0"/>
          <a:chOff x="0" y="0"/>
          <a:chExt cx="0" cy="0"/>
        </a:xfrm>
      </p:grpSpPr>
      <p:sp>
        <p:nvSpPr>
          <p:cNvPr id="67" name="Google Shape;67;g311fd835375_0_557"/>
          <p:cNvSpPr txBox="1"/>
          <p:nvPr>
            <p:ph type="title"/>
          </p:nvPr>
        </p:nvSpPr>
        <p:spPr>
          <a:xfrm>
            <a:off x="838200" y="365125"/>
            <a:ext cx="10515600" cy="1325700"/>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68" name="Google Shape;68;g311fd835375_0_557"/>
          <p:cNvSpPr txBox="1"/>
          <p:nvPr>
            <p:ph idx="1" type="body"/>
          </p:nvPr>
        </p:nvSpPr>
        <p:spPr>
          <a:xfrm>
            <a:off x="838200" y="1825625"/>
            <a:ext cx="10515600" cy="4351200"/>
          </a:xfrm>
          <a:prstGeom prst="rect">
            <a:avLst/>
          </a:prstGeom>
          <a:noFill/>
          <a:ln>
            <a:noFill/>
          </a:ln>
        </p:spPr>
        <p:txBody>
          <a:bodyPr anchorCtr="0" anchor="t" bIns="45700" lIns="91425" spcFirstLastPara="1" rIns="91425" wrap="square" tIns="45700">
            <a:normAutofit/>
          </a:bodyPr>
          <a:lstStyle>
            <a:lvl1pPr indent="-342900" lvl="0" marL="457200" algn="l">
              <a:lnSpc>
                <a:spcPct val="90000"/>
              </a:lnSpc>
              <a:spcBef>
                <a:spcPts val="1000"/>
              </a:spcBef>
              <a:spcAft>
                <a:spcPts val="0"/>
              </a:spcAft>
              <a:buClr>
                <a:schemeClr val="dk1"/>
              </a:buClr>
              <a:buSzPts val="1800"/>
              <a:buChar char="•"/>
              <a:defRPr/>
            </a:lvl1pPr>
            <a:lvl2pPr indent="-342900" lvl="1" marL="914400" algn="l">
              <a:lnSpc>
                <a:spcPct val="90000"/>
              </a:lnSpc>
              <a:spcBef>
                <a:spcPts val="500"/>
              </a:spcBef>
              <a:spcAft>
                <a:spcPts val="0"/>
              </a:spcAft>
              <a:buClr>
                <a:schemeClr val="dk1"/>
              </a:buClr>
              <a:buSzPts val="1800"/>
              <a:buChar char="•"/>
              <a:defRPr/>
            </a:lvl2pPr>
            <a:lvl3pPr indent="-342900" lvl="2" marL="1371600" algn="l">
              <a:lnSpc>
                <a:spcPct val="90000"/>
              </a:lnSpc>
              <a:spcBef>
                <a:spcPts val="500"/>
              </a:spcBef>
              <a:spcAft>
                <a:spcPts val="0"/>
              </a:spcAft>
              <a:buClr>
                <a:schemeClr val="dk1"/>
              </a:buClr>
              <a:buSzPts val="1800"/>
              <a:buChar char="•"/>
              <a:defRPr/>
            </a:lvl3pPr>
            <a:lvl4pPr indent="-342900" lvl="3" marL="1828800" algn="l">
              <a:lnSpc>
                <a:spcPct val="90000"/>
              </a:lnSpc>
              <a:spcBef>
                <a:spcPts val="500"/>
              </a:spcBef>
              <a:spcAft>
                <a:spcPts val="0"/>
              </a:spcAft>
              <a:buClr>
                <a:schemeClr val="dk1"/>
              </a:buClr>
              <a:buSzPts val="1800"/>
              <a:buChar char="•"/>
              <a:defRPr/>
            </a:lvl4pPr>
            <a:lvl5pPr indent="-342900" lvl="4" marL="2286000" algn="l">
              <a:lnSpc>
                <a:spcPct val="90000"/>
              </a:lnSpc>
              <a:spcBef>
                <a:spcPts val="500"/>
              </a:spcBef>
              <a:spcAft>
                <a:spcPts val="0"/>
              </a:spcAft>
              <a:buClr>
                <a:schemeClr val="dk1"/>
              </a:buClr>
              <a:buSzPts val="1800"/>
              <a:buChar char="•"/>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
        <p:nvSpPr>
          <p:cNvPr id="69" name="Google Shape;69;g311fd835375_0_557"/>
          <p:cNvSpPr txBox="1"/>
          <p:nvPr>
            <p:ph idx="10" type="dt"/>
          </p:nvPr>
        </p:nvSpPr>
        <p:spPr>
          <a:xfrm>
            <a:off x="838200" y="6356350"/>
            <a:ext cx="2743200" cy="36510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70" name="Google Shape;70;g311fd835375_0_557"/>
          <p:cNvSpPr txBox="1"/>
          <p:nvPr>
            <p:ph idx="11" type="ftr"/>
          </p:nvPr>
        </p:nvSpPr>
        <p:spPr>
          <a:xfrm>
            <a:off x="4038600" y="6356350"/>
            <a:ext cx="4114800" cy="365100"/>
          </a:xfrm>
          <a:prstGeom prst="rect">
            <a:avLst/>
          </a:prstGeom>
          <a:noFill/>
          <a:ln>
            <a:noFill/>
          </a:ln>
        </p:spPr>
        <p:txBody>
          <a:bodyPr anchorCtr="0" anchor="ctr" bIns="45700" lIns="91425" spcFirstLastPara="1" rIns="91425" wrap="square" tIns="4570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71" name="Google Shape;71;g311fd835375_0_557"/>
          <p:cNvSpPr txBox="1"/>
          <p:nvPr>
            <p:ph idx="12" type="sldNum"/>
          </p:nvPr>
        </p:nvSpPr>
        <p:spPr>
          <a:xfrm>
            <a:off x="8610600" y="6356350"/>
            <a:ext cx="2743200" cy="365100"/>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0000"/>
              </a:buClr>
              <a:buSzPts val="1200"/>
              <a:buFont typeface="Arial"/>
              <a:buNone/>
              <a:defRPr b="0" i="0" sz="1200" u="none" cap="none" strike="noStrike">
                <a:solidFill>
                  <a:srgbClr val="757575"/>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200"/>
              <a:buFont typeface="Arial"/>
              <a:buNone/>
              <a:defRPr b="0" i="0" sz="1200" u="none" cap="none" strike="noStrike">
                <a:solidFill>
                  <a:srgbClr val="757575"/>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200"/>
              <a:buFont typeface="Arial"/>
              <a:buNone/>
              <a:defRPr b="0" i="0" sz="1200" u="none" cap="none" strike="noStrike">
                <a:solidFill>
                  <a:srgbClr val="757575"/>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200"/>
              <a:buFont typeface="Arial"/>
              <a:buNone/>
              <a:defRPr b="0" i="0" sz="1200" u="none" cap="none" strike="noStrike">
                <a:solidFill>
                  <a:srgbClr val="757575"/>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200"/>
              <a:buFont typeface="Arial"/>
              <a:buNone/>
              <a:defRPr b="0" i="0" sz="1200" u="none" cap="none" strike="noStrike">
                <a:solidFill>
                  <a:srgbClr val="757575"/>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200"/>
              <a:buFont typeface="Arial"/>
              <a:buNone/>
              <a:defRPr b="0" i="0" sz="1200" u="none" cap="none" strike="noStrike">
                <a:solidFill>
                  <a:srgbClr val="757575"/>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200"/>
              <a:buFont typeface="Arial"/>
              <a:buNone/>
              <a:defRPr b="0" i="0" sz="1200" u="none" cap="none" strike="noStrike">
                <a:solidFill>
                  <a:srgbClr val="757575"/>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200"/>
              <a:buFont typeface="Arial"/>
              <a:buNone/>
              <a:defRPr b="0" i="0" sz="1200" u="none" cap="none" strike="noStrike">
                <a:solidFill>
                  <a:srgbClr val="757575"/>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200"/>
              <a:buFont typeface="Arial"/>
              <a:buNone/>
              <a:defRPr b="0" i="0" sz="1200" u="none" cap="none" strike="noStrike">
                <a:solidFill>
                  <a:srgbClr val="757575"/>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72" name="Shape 72"/>
        <p:cNvGrpSpPr/>
        <p:nvPr/>
      </p:nvGrpSpPr>
      <p:grpSpPr>
        <a:xfrm>
          <a:off x="0" y="0"/>
          <a:ext cx="0" cy="0"/>
          <a:chOff x="0" y="0"/>
          <a:chExt cx="0" cy="0"/>
        </a:xfrm>
      </p:grpSpPr>
      <p:sp>
        <p:nvSpPr>
          <p:cNvPr id="73" name="Google Shape;73;g311fd835375_0_590"/>
          <p:cNvSpPr txBox="1"/>
          <p:nvPr>
            <p:ph idx="10" type="dt"/>
          </p:nvPr>
        </p:nvSpPr>
        <p:spPr>
          <a:xfrm>
            <a:off x="838200" y="6356350"/>
            <a:ext cx="2743200" cy="36510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74" name="Google Shape;74;g311fd835375_0_590"/>
          <p:cNvSpPr txBox="1"/>
          <p:nvPr>
            <p:ph idx="11" type="ftr"/>
          </p:nvPr>
        </p:nvSpPr>
        <p:spPr>
          <a:xfrm>
            <a:off x="4038600" y="6356350"/>
            <a:ext cx="4114800" cy="365100"/>
          </a:xfrm>
          <a:prstGeom prst="rect">
            <a:avLst/>
          </a:prstGeom>
          <a:noFill/>
          <a:ln>
            <a:noFill/>
          </a:ln>
        </p:spPr>
        <p:txBody>
          <a:bodyPr anchorCtr="0" anchor="ctr" bIns="45700" lIns="91425" spcFirstLastPara="1" rIns="91425" wrap="square" tIns="4570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75" name="Google Shape;75;g311fd835375_0_590"/>
          <p:cNvSpPr txBox="1"/>
          <p:nvPr>
            <p:ph idx="12" type="sldNum"/>
          </p:nvPr>
        </p:nvSpPr>
        <p:spPr>
          <a:xfrm>
            <a:off x="8610600" y="6356350"/>
            <a:ext cx="2743200" cy="365100"/>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0000"/>
              </a:buClr>
              <a:buSzPts val="1200"/>
              <a:buFont typeface="Arial"/>
              <a:buNone/>
              <a:defRPr b="0" i="0" sz="1200" u="none" cap="none" strike="noStrike">
                <a:solidFill>
                  <a:srgbClr val="757575"/>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200"/>
              <a:buFont typeface="Arial"/>
              <a:buNone/>
              <a:defRPr b="0" i="0" sz="1200" u="none" cap="none" strike="noStrike">
                <a:solidFill>
                  <a:srgbClr val="757575"/>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200"/>
              <a:buFont typeface="Arial"/>
              <a:buNone/>
              <a:defRPr b="0" i="0" sz="1200" u="none" cap="none" strike="noStrike">
                <a:solidFill>
                  <a:srgbClr val="757575"/>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200"/>
              <a:buFont typeface="Arial"/>
              <a:buNone/>
              <a:defRPr b="0" i="0" sz="1200" u="none" cap="none" strike="noStrike">
                <a:solidFill>
                  <a:srgbClr val="757575"/>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200"/>
              <a:buFont typeface="Arial"/>
              <a:buNone/>
              <a:defRPr b="0" i="0" sz="1200" u="none" cap="none" strike="noStrike">
                <a:solidFill>
                  <a:srgbClr val="757575"/>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200"/>
              <a:buFont typeface="Arial"/>
              <a:buNone/>
              <a:defRPr b="0" i="0" sz="1200" u="none" cap="none" strike="noStrike">
                <a:solidFill>
                  <a:srgbClr val="757575"/>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200"/>
              <a:buFont typeface="Arial"/>
              <a:buNone/>
              <a:defRPr b="0" i="0" sz="1200" u="none" cap="none" strike="noStrike">
                <a:solidFill>
                  <a:srgbClr val="757575"/>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200"/>
              <a:buFont typeface="Arial"/>
              <a:buNone/>
              <a:defRPr b="0" i="0" sz="1200" u="none" cap="none" strike="noStrike">
                <a:solidFill>
                  <a:srgbClr val="757575"/>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200"/>
              <a:buFont typeface="Arial"/>
              <a:buNone/>
              <a:defRPr b="0" i="0" sz="1200" u="none" cap="none" strike="noStrike">
                <a:solidFill>
                  <a:srgbClr val="757575"/>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76" name="Shape 76"/>
        <p:cNvGrpSpPr/>
        <p:nvPr/>
      </p:nvGrpSpPr>
      <p:grpSpPr>
        <a:xfrm>
          <a:off x="0" y="0"/>
          <a:ext cx="0" cy="0"/>
          <a:chOff x="0" y="0"/>
          <a:chExt cx="0" cy="0"/>
        </a:xfrm>
      </p:grpSpPr>
      <p:sp>
        <p:nvSpPr>
          <p:cNvPr id="77" name="Google Shape;77;g311fd835375_0_551"/>
          <p:cNvSpPr txBox="1"/>
          <p:nvPr>
            <p:ph type="ctrTitle"/>
          </p:nvPr>
        </p:nvSpPr>
        <p:spPr>
          <a:xfrm>
            <a:off x="1524000" y="1122363"/>
            <a:ext cx="9144000" cy="2387700"/>
          </a:xfrm>
          <a:prstGeom prst="rect">
            <a:avLst/>
          </a:prstGeom>
          <a:noFill/>
          <a:ln>
            <a:noFill/>
          </a:ln>
        </p:spPr>
        <p:txBody>
          <a:bodyPr anchorCtr="0" anchor="b" bIns="45700" lIns="91425" spcFirstLastPara="1" rIns="91425" wrap="square" tIns="45700">
            <a:normAutofit/>
          </a:bodyPr>
          <a:lstStyle>
            <a:lvl1pPr lvl="0" algn="ctr">
              <a:lnSpc>
                <a:spcPct val="90000"/>
              </a:lnSpc>
              <a:spcBef>
                <a:spcPts val="0"/>
              </a:spcBef>
              <a:spcAft>
                <a:spcPts val="0"/>
              </a:spcAft>
              <a:buClr>
                <a:schemeClr val="dk1"/>
              </a:buClr>
              <a:buSzPts val="6000"/>
              <a:buFont typeface="Play"/>
              <a:buNone/>
              <a:defRPr sz="60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78" name="Google Shape;78;g311fd835375_0_551"/>
          <p:cNvSpPr txBox="1"/>
          <p:nvPr>
            <p:ph idx="1" type="subTitle"/>
          </p:nvPr>
        </p:nvSpPr>
        <p:spPr>
          <a:xfrm>
            <a:off x="1524000" y="3602038"/>
            <a:ext cx="9144000" cy="1655700"/>
          </a:xfrm>
          <a:prstGeom prst="rect">
            <a:avLst/>
          </a:prstGeom>
          <a:noFill/>
          <a:ln>
            <a:noFill/>
          </a:ln>
        </p:spPr>
        <p:txBody>
          <a:bodyPr anchorCtr="0" anchor="t" bIns="45700" lIns="91425" spcFirstLastPara="1" rIns="91425" wrap="square" tIns="45700">
            <a:normAutofit/>
          </a:bodyPr>
          <a:lstStyle>
            <a:lvl1pPr lvl="0" algn="ctr">
              <a:lnSpc>
                <a:spcPct val="90000"/>
              </a:lnSpc>
              <a:spcBef>
                <a:spcPts val="1000"/>
              </a:spcBef>
              <a:spcAft>
                <a:spcPts val="0"/>
              </a:spcAft>
              <a:buClr>
                <a:schemeClr val="dk1"/>
              </a:buClr>
              <a:buSzPts val="2400"/>
              <a:buNone/>
              <a:defRPr sz="2400"/>
            </a:lvl1pPr>
            <a:lvl2pPr lvl="1" algn="ctr">
              <a:lnSpc>
                <a:spcPct val="90000"/>
              </a:lnSpc>
              <a:spcBef>
                <a:spcPts val="500"/>
              </a:spcBef>
              <a:spcAft>
                <a:spcPts val="0"/>
              </a:spcAft>
              <a:buClr>
                <a:schemeClr val="dk1"/>
              </a:buClr>
              <a:buSzPts val="2000"/>
              <a:buNone/>
              <a:defRPr sz="2000"/>
            </a:lvl2pPr>
            <a:lvl3pPr lvl="2" algn="ctr">
              <a:lnSpc>
                <a:spcPct val="90000"/>
              </a:lnSpc>
              <a:spcBef>
                <a:spcPts val="500"/>
              </a:spcBef>
              <a:spcAft>
                <a:spcPts val="0"/>
              </a:spcAft>
              <a:buClr>
                <a:schemeClr val="dk1"/>
              </a:buClr>
              <a:buSzPts val="1800"/>
              <a:buNone/>
              <a:defRPr sz="1800"/>
            </a:lvl3pPr>
            <a:lvl4pPr lvl="3" algn="ctr">
              <a:lnSpc>
                <a:spcPct val="90000"/>
              </a:lnSpc>
              <a:spcBef>
                <a:spcPts val="500"/>
              </a:spcBef>
              <a:spcAft>
                <a:spcPts val="0"/>
              </a:spcAft>
              <a:buClr>
                <a:schemeClr val="dk1"/>
              </a:buClr>
              <a:buSzPts val="1600"/>
              <a:buNone/>
              <a:defRPr sz="1600"/>
            </a:lvl4pPr>
            <a:lvl5pPr lvl="4" algn="ctr">
              <a:lnSpc>
                <a:spcPct val="90000"/>
              </a:lnSpc>
              <a:spcBef>
                <a:spcPts val="500"/>
              </a:spcBef>
              <a:spcAft>
                <a:spcPts val="0"/>
              </a:spcAft>
              <a:buClr>
                <a:schemeClr val="dk1"/>
              </a:buClr>
              <a:buSzPts val="1600"/>
              <a:buNone/>
              <a:defRPr sz="1600"/>
            </a:lvl5pPr>
            <a:lvl6pPr lvl="5" algn="ctr">
              <a:lnSpc>
                <a:spcPct val="90000"/>
              </a:lnSpc>
              <a:spcBef>
                <a:spcPts val="500"/>
              </a:spcBef>
              <a:spcAft>
                <a:spcPts val="0"/>
              </a:spcAft>
              <a:buClr>
                <a:schemeClr val="dk1"/>
              </a:buClr>
              <a:buSzPts val="1600"/>
              <a:buNone/>
              <a:defRPr sz="1600"/>
            </a:lvl6pPr>
            <a:lvl7pPr lvl="6" algn="ctr">
              <a:lnSpc>
                <a:spcPct val="90000"/>
              </a:lnSpc>
              <a:spcBef>
                <a:spcPts val="500"/>
              </a:spcBef>
              <a:spcAft>
                <a:spcPts val="0"/>
              </a:spcAft>
              <a:buClr>
                <a:schemeClr val="dk1"/>
              </a:buClr>
              <a:buSzPts val="1600"/>
              <a:buNone/>
              <a:defRPr sz="1600"/>
            </a:lvl7pPr>
            <a:lvl8pPr lvl="7" algn="ctr">
              <a:lnSpc>
                <a:spcPct val="90000"/>
              </a:lnSpc>
              <a:spcBef>
                <a:spcPts val="500"/>
              </a:spcBef>
              <a:spcAft>
                <a:spcPts val="0"/>
              </a:spcAft>
              <a:buClr>
                <a:schemeClr val="dk1"/>
              </a:buClr>
              <a:buSzPts val="1600"/>
              <a:buNone/>
              <a:defRPr sz="1600"/>
            </a:lvl8pPr>
            <a:lvl9pPr lvl="8" algn="ctr">
              <a:lnSpc>
                <a:spcPct val="90000"/>
              </a:lnSpc>
              <a:spcBef>
                <a:spcPts val="500"/>
              </a:spcBef>
              <a:spcAft>
                <a:spcPts val="0"/>
              </a:spcAft>
              <a:buClr>
                <a:schemeClr val="dk1"/>
              </a:buClr>
              <a:buSzPts val="1600"/>
              <a:buNone/>
              <a:defRPr sz="1600"/>
            </a:lvl9pPr>
          </a:lstStyle>
          <a:p/>
        </p:txBody>
      </p:sp>
      <p:sp>
        <p:nvSpPr>
          <p:cNvPr id="79" name="Google Shape;79;g311fd835375_0_551"/>
          <p:cNvSpPr txBox="1"/>
          <p:nvPr>
            <p:ph idx="10" type="dt"/>
          </p:nvPr>
        </p:nvSpPr>
        <p:spPr>
          <a:xfrm>
            <a:off x="838200" y="6356350"/>
            <a:ext cx="2743200" cy="36510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80" name="Google Shape;80;g311fd835375_0_551"/>
          <p:cNvSpPr txBox="1"/>
          <p:nvPr>
            <p:ph idx="11" type="ftr"/>
          </p:nvPr>
        </p:nvSpPr>
        <p:spPr>
          <a:xfrm>
            <a:off x="4038600" y="6356350"/>
            <a:ext cx="4114800" cy="365100"/>
          </a:xfrm>
          <a:prstGeom prst="rect">
            <a:avLst/>
          </a:prstGeom>
          <a:noFill/>
          <a:ln>
            <a:noFill/>
          </a:ln>
        </p:spPr>
        <p:txBody>
          <a:bodyPr anchorCtr="0" anchor="ctr" bIns="45700" lIns="91425" spcFirstLastPara="1" rIns="91425" wrap="square" tIns="4570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81" name="Google Shape;81;g311fd835375_0_551"/>
          <p:cNvSpPr txBox="1"/>
          <p:nvPr>
            <p:ph idx="12" type="sldNum"/>
          </p:nvPr>
        </p:nvSpPr>
        <p:spPr>
          <a:xfrm>
            <a:off x="8610600" y="6356350"/>
            <a:ext cx="2743200" cy="365100"/>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0000"/>
              </a:buClr>
              <a:buSzPts val="1200"/>
              <a:buFont typeface="Arial"/>
              <a:buNone/>
              <a:defRPr b="0" i="0" sz="1200" u="none" cap="none" strike="noStrike">
                <a:solidFill>
                  <a:srgbClr val="757575"/>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200"/>
              <a:buFont typeface="Arial"/>
              <a:buNone/>
              <a:defRPr b="0" i="0" sz="1200" u="none" cap="none" strike="noStrike">
                <a:solidFill>
                  <a:srgbClr val="757575"/>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200"/>
              <a:buFont typeface="Arial"/>
              <a:buNone/>
              <a:defRPr b="0" i="0" sz="1200" u="none" cap="none" strike="noStrike">
                <a:solidFill>
                  <a:srgbClr val="757575"/>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200"/>
              <a:buFont typeface="Arial"/>
              <a:buNone/>
              <a:defRPr b="0" i="0" sz="1200" u="none" cap="none" strike="noStrike">
                <a:solidFill>
                  <a:srgbClr val="757575"/>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200"/>
              <a:buFont typeface="Arial"/>
              <a:buNone/>
              <a:defRPr b="0" i="0" sz="1200" u="none" cap="none" strike="noStrike">
                <a:solidFill>
                  <a:srgbClr val="757575"/>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200"/>
              <a:buFont typeface="Arial"/>
              <a:buNone/>
              <a:defRPr b="0" i="0" sz="1200" u="none" cap="none" strike="noStrike">
                <a:solidFill>
                  <a:srgbClr val="757575"/>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200"/>
              <a:buFont typeface="Arial"/>
              <a:buNone/>
              <a:defRPr b="0" i="0" sz="1200" u="none" cap="none" strike="noStrike">
                <a:solidFill>
                  <a:srgbClr val="757575"/>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200"/>
              <a:buFont typeface="Arial"/>
              <a:buNone/>
              <a:defRPr b="0" i="0" sz="1200" u="none" cap="none" strike="noStrike">
                <a:solidFill>
                  <a:srgbClr val="757575"/>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200"/>
              <a:buFont typeface="Arial"/>
              <a:buNone/>
              <a:defRPr b="0" i="0" sz="1200" u="none" cap="none" strike="noStrike">
                <a:solidFill>
                  <a:srgbClr val="757575"/>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82" name="Shape 82"/>
        <p:cNvGrpSpPr/>
        <p:nvPr/>
      </p:nvGrpSpPr>
      <p:grpSpPr>
        <a:xfrm>
          <a:off x="0" y="0"/>
          <a:ext cx="0" cy="0"/>
          <a:chOff x="0" y="0"/>
          <a:chExt cx="0" cy="0"/>
        </a:xfrm>
      </p:grpSpPr>
      <p:sp>
        <p:nvSpPr>
          <p:cNvPr id="83" name="Google Shape;83;g311fd835375_0_563"/>
          <p:cNvSpPr txBox="1"/>
          <p:nvPr>
            <p:ph type="title"/>
          </p:nvPr>
        </p:nvSpPr>
        <p:spPr>
          <a:xfrm>
            <a:off x="831850" y="1709738"/>
            <a:ext cx="10515600" cy="2852700"/>
          </a:xfrm>
          <a:prstGeom prst="rect">
            <a:avLst/>
          </a:prstGeom>
          <a:noFill/>
          <a:ln>
            <a:noFill/>
          </a:ln>
        </p:spPr>
        <p:txBody>
          <a:bodyPr anchorCtr="0" anchor="b" bIns="45700" lIns="91425" spcFirstLastPara="1" rIns="91425" wrap="square" tIns="45700">
            <a:normAutofit/>
          </a:bodyPr>
          <a:lstStyle>
            <a:lvl1pPr lvl="0" algn="l">
              <a:lnSpc>
                <a:spcPct val="90000"/>
              </a:lnSpc>
              <a:spcBef>
                <a:spcPts val="0"/>
              </a:spcBef>
              <a:spcAft>
                <a:spcPts val="0"/>
              </a:spcAft>
              <a:buClr>
                <a:schemeClr val="dk1"/>
              </a:buClr>
              <a:buSzPts val="6000"/>
              <a:buFont typeface="Play"/>
              <a:buNone/>
              <a:defRPr sz="60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84" name="Google Shape;84;g311fd835375_0_563"/>
          <p:cNvSpPr txBox="1"/>
          <p:nvPr>
            <p:ph idx="1" type="body"/>
          </p:nvPr>
        </p:nvSpPr>
        <p:spPr>
          <a:xfrm>
            <a:off x="831850" y="4589463"/>
            <a:ext cx="10515600" cy="1500300"/>
          </a:xfrm>
          <a:prstGeom prst="rect">
            <a:avLst/>
          </a:prstGeom>
          <a:noFill/>
          <a:ln>
            <a:noFill/>
          </a:ln>
        </p:spPr>
        <p:txBody>
          <a:bodyPr anchorCtr="0" anchor="t" bIns="45700" lIns="91425" spcFirstLastPara="1" rIns="91425" wrap="square" tIns="45700">
            <a:normAutofit/>
          </a:bodyPr>
          <a:lstStyle>
            <a:lvl1pPr indent="-228600" lvl="0" marL="457200" algn="l">
              <a:lnSpc>
                <a:spcPct val="90000"/>
              </a:lnSpc>
              <a:spcBef>
                <a:spcPts val="1000"/>
              </a:spcBef>
              <a:spcAft>
                <a:spcPts val="0"/>
              </a:spcAft>
              <a:buClr>
                <a:srgbClr val="757575"/>
              </a:buClr>
              <a:buSzPts val="2400"/>
              <a:buNone/>
              <a:defRPr sz="2400">
                <a:solidFill>
                  <a:srgbClr val="757575"/>
                </a:solidFill>
              </a:defRPr>
            </a:lvl1pPr>
            <a:lvl2pPr indent="-228600" lvl="1" marL="914400" algn="l">
              <a:lnSpc>
                <a:spcPct val="90000"/>
              </a:lnSpc>
              <a:spcBef>
                <a:spcPts val="500"/>
              </a:spcBef>
              <a:spcAft>
                <a:spcPts val="0"/>
              </a:spcAft>
              <a:buClr>
                <a:srgbClr val="757575"/>
              </a:buClr>
              <a:buSzPts val="2000"/>
              <a:buNone/>
              <a:defRPr sz="2000">
                <a:solidFill>
                  <a:srgbClr val="757575"/>
                </a:solidFill>
              </a:defRPr>
            </a:lvl2pPr>
            <a:lvl3pPr indent="-228600" lvl="2" marL="1371600" algn="l">
              <a:lnSpc>
                <a:spcPct val="90000"/>
              </a:lnSpc>
              <a:spcBef>
                <a:spcPts val="500"/>
              </a:spcBef>
              <a:spcAft>
                <a:spcPts val="0"/>
              </a:spcAft>
              <a:buClr>
                <a:srgbClr val="757575"/>
              </a:buClr>
              <a:buSzPts val="1800"/>
              <a:buNone/>
              <a:defRPr sz="1800">
                <a:solidFill>
                  <a:srgbClr val="757575"/>
                </a:solidFill>
              </a:defRPr>
            </a:lvl3pPr>
            <a:lvl4pPr indent="-228600" lvl="3" marL="1828800" algn="l">
              <a:lnSpc>
                <a:spcPct val="90000"/>
              </a:lnSpc>
              <a:spcBef>
                <a:spcPts val="500"/>
              </a:spcBef>
              <a:spcAft>
                <a:spcPts val="0"/>
              </a:spcAft>
              <a:buClr>
                <a:srgbClr val="757575"/>
              </a:buClr>
              <a:buSzPts val="1600"/>
              <a:buNone/>
              <a:defRPr sz="1600">
                <a:solidFill>
                  <a:srgbClr val="757575"/>
                </a:solidFill>
              </a:defRPr>
            </a:lvl4pPr>
            <a:lvl5pPr indent="-228600" lvl="4" marL="2286000" algn="l">
              <a:lnSpc>
                <a:spcPct val="90000"/>
              </a:lnSpc>
              <a:spcBef>
                <a:spcPts val="500"/>
              </a:spcBef>
              <a:spcAft>
                <a:spcPts val="0"/>
              </a:spcAft>
              <a:buClr>
                <a:srgbClr val="757575"/>
              </a:buClr>
              <a:buSzPts val="1600"/>
              <a:buNone/>
              <a:defRPr sz="1600">
                <a:solidFill>
                  <a:srgbClr val="757575"/>
                </a:solidFill>
              </a:defRPr>
            </a:lvl5pPr>
            <a:lvl6pPr indent="-228600" lvl="5" marL="2743200" algn="l">
              <a:lnSpc>
                <a:spcPct val="90000"/>
              </a:lnSpc>
              <a:spcBef>
                <a:spcPts val="500"/>
              </a:spcBef>
              <a:spcAft>
                <a:spcPts val="0"/>
              </a:spcAft>
              <a:buClr>
                <a:srgbClr val="757575"/>
              </a:buClr>
              <a:buSzPts val="1600"/>
              <a:buNone/>
              <a:defRPr sz="1600">
                <a:solidFill>
                  <a:srgbClr val="757575"/>
                </a:solidFill>
              </a:defRPr>
            </a:lvl6pPr>
            <a:lvl7pPr indent="-228600" lvl="6" marL="3200400" algn="l">
              <a:lnSpc>
                <a:spcPct val="90000"/>
              </a:lnSpc>
              <a:spcBef>
                <a:spcPts val="500"/>
              </a:spcBef>
              <a:spcAft>
                <a:spcPts val="0"/>
              </a:spcAft>
              <a:buClr>
                <a:srgbClr val="757575"/>
              </a:buClr>
              <a:buSzPts val="1600"/>
              <a:buNone/>
              <a:defRPr sz="1600">
                <a:solidFill>
                  <a:srgbClr val="757575"/>
                </a:solidFill>
              </a:defRPr>
            </a:lvl7pPr>
            <a:lvl8pPr indent="-228600" lvl="7" marL="3657600" algn="l">
              <a:lnSpc>
                <a:spcPct val="90000"/>
              </a:lnSpc>
              <a:spcBef>
                <a:spcPts val="500"/>
              </a:spcBef>
              <a:spcAft>
                <a:spcPts val="0"/>
              </a:spcAft>
              <a:buClr>
                <a:srgbClr val="757575"/>
              </a:buClr>
              <a:buSzPts val="1600"/>
              <a:buNone/>
              <a:defRPr sz="1600">
                <a:solidFill>
                  <a:srgbClr val="757575"/>
                </a:solidFill>
              </a:defRPr>
            </a:lvl8pPr>
            <a:lvl9pPr indent="-228600" lvl="8" marL="4114800" algn="l">
              <a:lnSpc>
                <a:spcPct val="90000"/>
              </a:lnSpc>
              <a:spcBef>
                <a:spcPts val="500"/>
              </a:spcBef>
              <a:spcAft>
                <a:spcPts val="0"/>
              </a:spcAft>
              <a:buClr>
                <a:srgbClr val="757575"/>
              </a:buClr>
              <a:buSzPts val="1600"/>
              <a:buNone/>
              <a:defRPr sz="1600">
                <a:solidFill>
                  <a:srgbClr val="757575"/>
                </a:solidFill>
              </a:defRPr>
            </a:lvl9pPr>
          </a:lstStyle>
          <a:p/>
        </p:txBody>
      </p:sp>
      <p:sp>
        <p:nvSpPr>
          <p:cNvPr id="85" name="Google Shape;85;g311fd835375_0_563"/>
          <p:cNvSpPr txBox="1"/>
          <p:nvPr>
            <p:ph idx="10" type="dt"/>
          </p:nvPr>
        </p:nvSpPr>
        <p:spPr>
          <a:xfrm>
            <a:off x="838200" y="6356350"/>
            <a:ext cx="2743200" cy="36510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86" name="Google Shape;86;g311fd835375_0_563"/>
          <p:cNvSpPr txBox="1"/>
          <p:nvPr>
            <p:ph idx="11" type="ftr"/>
          </p:nvPr>
        </p:nvSpPr>
        <p:spPr>
          <a:xfrm>
            <a:off x="4038600" y="6356350"/>
            <a:ext cx="4114800" cy="365100"/>
          </a:xfrm>
          <a:prstGeom prst="rect">
            <a:avLst/>
          </a:prstGeom>
          <a:noFill/>
          <a:ln>
            <a:noFill/>
          </a:ln>
        </p:spPr>
        <p:txBody>
          <a:bodyPr anchorCtr="0" anchor="ctr" bIns="45700" lIns="91425" spcFirstLastPara="1" rIns="91425" wrap="square" tIns="4570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87" name="Google Shape;87;g311fd835375_0_563"/>
          <p:cNvSpPr txBox="1"/>
          <p:nvPr>
            <p:ph idx="12" type="sldNum"/>
          </p:nvPr>
        </p:nvSpPr>
        <p:spPr>
          <a:xfrm>
            <a:off x="8610600" y="6356350"/>
            <a:ext cx="2743200" cy="365100"/>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0000"/>
              </a:buClr>
              <a:buSzPts val="1200"/>
              <a:buFont typeface="Arial"/>
              <a:buNone/>
              <a:defRPr b="0" i="0" sz="1200" u="none" cap="none" strike="noStrike">
                <a:solidFill>
                  <a:srgbClr val="757575"/>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200"/>
              <a:buFont typeface="Arial"/>
              <a:buNone/>
              <a:defRPr b="0" i="0" sz="1200" u="none" cap="none" strike="noStrike">
                <a:solidFill>
                  <a:srgbClr val="757575"/>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200"/>
              <a:buFont typeface="Arial"/>
              <a:buNone/>
              <a:defRPr b="0" i="0" sz="1200" u="none" cap="none" strike="noStrike">
                <a:solidFill>
                  <a:srgbClr val="757575"/>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200"/>
              <a:buFont typeface="Arial"/>
              <a:buNone/>
              <a:defRPr b="0" i="0" sz="1200" u="none" cap="none" strike="noStrike">
                <a:solidFill>
                  <a:srgbClr val="757575"/>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200"/>
              <a:buFont typeface="Arial"/>
              <a:buNone/>
              <a:defRPr b="0" i="0" sz="1200" u="none" cap="none" strike="noStrike">
                <a:solidFill>
                  <a:srgbClr val="757575"/>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200"/>
              <a:buFont typeface="Arial"/>
              <a:buNone/>
              <a:defRPr b="0" i="0" sz="1200" u="none" cap="none" strike="noStrike">
                <a:solidFill>
                  <a:srgbClr val="757575"/>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200"/>
              <a:buFont typeface="Arial"/>
              <a:buNone/>
              <a:defRPr b="0" i="0" sz="1200" u="none" cap="none" strike="noStrike">
                <a:solidFill>
                  <a:srgbClr val="757575"/>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200"/>
              <a:buFont typeface="Arial"/>
              <a:buNone/>
              <a:defRPr b="0" i="0" sz="1200" u="none" cap="none" strike="noStrike">
                <a:solidFill>
                  <a:srgbClr val="757575"/>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200"/>
              <a:buFont typeface="Arial"/>
              <a:buNone/>
              <a:defRPr b="0" i="0" sz="1200" u="none" cap="none" strike="noStrike">
                <a:solidFill>
                  <a:srgbClr val="757575"/>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ntent" type="twoObj">
  <p:cSld name="TWO_OBJECTS">
    <p:spTree>
      <p:nvGrpSpPr>
        <p:cNvPr id="88" name="Shape 88"/>
        <p:cNvGrpSpPr/>
        <p:nvPr/>
      </p:nvGrpSpPr>
      <p:grpSpPr>
        <a:xfrm>
          <a:off x="0" y="0"/>
          <a:ext cx="0" cy="0"/>
          <a:chOff x="0" y="0"/>
          <a:chExt cx="0" cy="0"/>
        </a:xfrm>
      </p:grpSpPr>
      <p:sp>
        <p:nvSpPr>
          <p:cNvPr id="89" name="Google Shape;89;g311fd835375_0_569"/>
          <p:cNvSpPr txBox="1"/>
          <p:nvPr>
            <p:ph type="title"/>
          </p:nvPr>
        </p:nvSpPr>
        <p:spPr>
          <a:xfrm>
            <a:off x="838200" y="365125"/>
            <a:ext cx="10515600" cy="1325700"/>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90" name="Google Shape;90;g311fd835375_0_569"/>
          <p:cNvSpPr txBox="1"/>
          <p:nvPr>
            <p:ph idx="1" type="body"/>
          </p:nvPr>
        </p:nvSpPr>
        <p:spPr>
          <a:xfrm>
            <a:off x="838200" y="1825625"/>
            <a:ext cx="5181600" cy="4351200"/>
          </a:xfrm>
          <a:prstGeom prst="rect">
            <a:avLst/>
          </a:prstGeom>
          <a:noFill/>
          <a:ln>
            <a:noFill/>
          </a:ln>
        </p:spPr>
        <p:txBody>
          <a:bodyPr anchorCtr="0" anchor="t" bIns="45700" lIns="91425" spcFirstLastPara="1" rIns="91425" wrap="square" tIns="45700">
            <a:normAutofit/>
          </a:bodyPr>
          <a:lstStyle>
            <a:lvl1pPr indent="-342900" lvl="0" marL="457200" algn="l">
              <a:lnSpc>
                <a:spcPct val="90000"/>
              </a:lnSpc>
              <a:spcBef>
                <a:spcPts val="1000"/>
              </a:spcBef>
              <a:spcAft>
                <a:spcPts val="0"/>
              </a:spcAft>
              <a:buClr>
                <a:schemeClr val="dk1"/>
              </a:buClr>
              <a:buSzPts val="1800"/>
              <a:buChar char="•"/>
              <a:defRPr/>
            </a:lvl1pPr>
            <a:lvl2pPr indent="-342900" lvl="1" marL="914400" algn="l">
              <a:lnSpc>
                <a:spcPct val="90000"/>
              </a:lnSpc>
              <a:spcBef>
                <a:spcPts val="500"/>
              </a:spcBef>
              <a:spcAft>
                <a:spcPts val="0"/>
              </a:spcAft>
              <a:buClr>
                <a:schemeClr val="dk1"/>
              </a:buClr>
              <a:buSzPts val="1800"/>
              <a:buChar char="•"/>
              <a:defRPr/>
            </a:lvl2pPr>
            <a:lvl3pPr indent="-342900" lvl="2" marL="1371600" algn="l">
              <a:lnSpc>
                <a:spcPct val="90000"/>
              </a:lnSpc>
              <a:spcBef>
                <a:spcPts val="500"/>
              </a:spcBef>
              <a:spcAft>
                <a:spcPts val="0"/>
              </a:spcAft>
              <a:buClr>
                <a:schemeClr val="dk1"/>
              </a:buClr>
              <a:buSzPts val="1800"/>
              <a:buChar char="•"/>
              <a:defRPr/>
            </a:lvl3pPr>
            <a:lvl4pPr indent="-342900" lvl="3" marL="1828800" algn="l">
              <a:lnSpc>
                <a:spcPct val="90000"/>
              </a:lnSpc>
              <a:spcBef>
                <a:spcPts val="500"/>
              </a:spcBef>
              <a:spcAft>
                <a:spcPts val="0"/>
              </a:spcAft>
              <a:buClr>
                <a:schemeClr val="dk1"/>
              </a:buClr>
              <a:buSzPts val="1800"/>
              <a:buChar char="•"/>
              <a:defRPr/>
            </a:lvl4pPr>
            <a:lvl5pPr indent="-342900" lvl="4" marL="2286000" algn="l">
              <a:lnSpc>
                <a:spcPct val="90000"/>
              </a:lnSpc>
              <a:spcBef>
                <a:spcPts val="500"/>
              </a:spcBef>
              <a:spcAft>
                <a:spcPts val="0"/>
              </a:spcAft>
              <a:buClr>
                <a:schemeClr val="dk1"/>
              </a:buClr>
              <a:buSzPts val="1800"/>
              <a:buChar char="•"/>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
        <p:nvSpPr>
          <p:cNvPr id="91" name="Google Shape;91;g311fd835375_0_569"/>
          <p:cNvSpPr txBox="1"/>
          <p:nvPr>
            <p:ph idx="2" type="body"/>
          </p:nvPr>
        </p:nvSpPr>
        <p:spPr>
          <a:xfrm>
            <a:off x="6172200" y="1825625"/>
            <a:ext cx="5181600" cy="4351200"/>
          </a:xfrm>
          <a:prstGeom prst="rect">
            <a:avLst/>
          </a:prstGeom>
          <a:noFill/>
          <a:ln>
            <a:noFill/>
          </a:ln>
        </p:spPr>
        <p:txBody>
          <a:bodyPr anchorCtr="0" anchor="t" bIns="45700" lIns="91425" spcFirstLastPara="1" rIns="91425" wrap="square" tIns="45700">
            <a:normAutofit/>
          </a:bodyPr>
          <a:lstStyle>
            <a:lvl1pPr indent="-342900" lvl="0" marL="457200" algn="l">
              <a:lnSpc>
                <a:spcPct val="90000"/>
              </a:lnSpc>
              <a:spcBef>
                <a:spcPts val="1000"/>
              </a:spcBef>
              <a:spcAft>
                <a:spcPts val="0"/>
              </a:spcAft>
              <a:buClr>
                <a:schemeClr val="dk1"/>
              </a:buClr>
              <a:buSzPts val="1800"/>
              <a:buChar char="•"/>
              <a:defRPr/>
            </a:lvl1pPr>
            <a:lvl2pPr indent="-342900" lvl="1" marL="914400" algn="l">
              <a:lnSpc>
                <a:spcPct val="90000"/>
              </a:lnSpc>
              <a:spcBef>
                <a:spcPts val="500"/>
              </a:spcBef>
              <a:spcAft>
                <a:spcPts val="0"/>
              </a:spcAft>
              <a:buClr>
                <a:schemeClr val="dk1"/>
              </a:buClr>
              <a:buSzPts val="1800"/>
              <a:buChar char="•"/>
              <a:defRPr/>
            </a:lvl2pPr>
            <a:lvl3pPr indent="-342900" lvl="2" marL="1371600" algn="l">
              <a:lnSpc>
                <a:spcPct val="90000"/>
              </a:lnSpc>
              <a:spcBef>
                <a:spcPts val="500"/>
              </a:spcBef>
              <a:spcAft>
                <a:spcPts val="0"/>
              </a:spcAft>
              <a:buClr>
                <a:schemeClr val="dk1"/>
              </a:buClr>
              <a:buSzPts val="1800"/>
              <a:buChar char="•"/>
              <a:defRPr/>
            </a:lvl3pPr>
            <a:lvl4pPr indent="-342900" lvl="3" marL="1828800" algn="l">
              <a:lnSpc>
                <a:spcPct val="90000"/>
              </a:lnSpc>
              <a:spcBef>
                <a:spcPts val="500"/>
              </a:spcBef>
              <a:spcAft>
                <a:spcPts val="0"/>
              </a:spcAft>
              <a:buClr>
                <a:schemeClr val="dk1"/>
              </a:buClr>
              <a:buSzPts val="1800"/>
              <a:buChar char="•"/>
              <a:defRPr/>
            </a:lvl4pPr>
            <a:lvl5pPr indent="-342900" lvl="4" marL="2286000" algn="l">
              <a:lnSpc>
                <a:spcPct val="90000"/>
              </a:lnSpc>
              <a:spcBef>
                <a:spcPts val="500"/>
              </a:spcBef>
              <a:spcAft>
                <a:spcPts val="0"/>
              </a:spcAft>
              <a:buClr>
                <a:schemeClr val="dk1"/>
              </a:buClr>
              <a:buSzPts val="1800"/>
              <a:buChar char="•"/>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
        <p:nvSpPr>
          <p:cNvPr id="92" name="Google Shape;92;g311fd835375_0_569"/>
          <p:cNvSpPr txBox="1"/>
          <p:nvPr>
            <p:ph idx="10" type="dt"/>
          </p:nvPr>
        </p:nvSpPr>
        <p:spPr>
          <a:xfrm>
            <a:off x="838200" y="6356350"/>
            <a:ext cx="2743200" cy="36510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93" name="Google Shape;93;g311fd835375_0_569"/>
          <p:cNvSpPr txBox="1"/>
          <p:nvPr>
            <p:ph idx="11" type="ftr"/>
          </p:nvPr>
        </p:nvSpPr>
        <p:spPr>
          <a:xfrm>
            <a:off x="4038600" y="6356350"/>
            <a:ext cx="4114800" cy="365100"/>
          </a:xfrm>
          <a:prstGeom prst="rect">
            <a:avLst/>
          </a:prstGeom>
          <a:noFill/>
          <a:ln>
            <a:noFill/>
          </a:ln>
        </p:spPr>
        <p:txBody>
          <a:bodyPr anchorCtr="0" anchor="ctr" bIns="45700" lIns="91425" spcFirstLastPara="1" rIns="91425" wrap="square" tIns="4570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94" name="Google Shape;94;g311fd835375_0_569"/>
          <p:cNvSpPr txBox="1"/>
          <p:nvPr>
            <p:ph idx="12" type="sldNum"/>
          </p:nvPr>
        </p:nvSpPr>
        <p:spPr>
          <a:xfrm>
            <a:off x="8610600" y="6356350"/>
            <a:ext cx="2743200" cy="365100"/>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0000"/>
              </a:buClr>
              <a:buSzPts val="1200"/>
              <a:buFont typeface="Arial"/>
              <a:buNone/>
              <a:defRPr b="0" i="0" sz="1200" u="none" cap="none" strike="noStrike">
                <a:solidFill>
                  <a:srgbClr val="757575"/>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200"/>
              <a:buFont typeface="Arial"/>
              <a:buNone/>
              <a:defRPr b="0" i="0" sz="1200" u="none" cap="none" strike="noStrike">
                <a:solidFill>
                  <a:srgbClr val="757575"/>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200"/>
              <a:buFont typeface="Arial"/>
              <a:buNone/>
              <a:defRPr b="0" i="0" sz="1200" u="none" cap="none" strike="noStrike">
                <a:solidFill>
                  <a:srgbClr val="757575"/>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200"/>
              <a:buFont typeface="Arial"/>
              <a:buNone/>
              <a:defRPr b="0" i="0" sz="1200" u="none" cap="none" strike="noStrike">
                <a:solidFill>
                  <a:srgbClr val="757575"/>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200"/>
              <a:buFont typeface="Arial"/>
              <a:buNone/>
              <a:defRPr b="0" i="0" sz="1200" u="none" cap="none" strike="noStrike">
                <a:solidFill>
                  <a:srgbClr val="757575"/>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200"/>
              <a:buFont typeface="Arial"/>
              <a:buNone/>
              <a:defRPr b="0" i="0" sz="1200" u="none" cap="none" strike="noStrike">
                <a:solidFill>
                  <a:srgbClr val="757575"/>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200"/>
              <a:buFont typeface="Arial"/>
              <a:buNone/>
              <a:defRPr b="0" i="0" sz="1200" u="none" cap="none" strike="noStrike">
                <a:solidFill>
                  <a:srgbClr val="757575"/>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200"/>
              <a:buFont typeface="Arial"/>
              <a:buNone/>
              <a:defRPr b="0" i="0" sz="1200" u="none" cap="none" strike="noStrike">
                <a:solidFill>
                  <a:srgbClr val="757575"/>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200"/>
              <a:buFont typeface="Arial"/>
              <a:buNone/>
              <a:defRPr b="0" i="0" sz="1200" u="none" cap="none" strike="noStrike">
                <a:solidFill>
                  <a:srgbClr val="757575"/>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mparison" type="twoTxTwoObj">
  <p:cSld name="TWO_OBJECTS_WITH_TEXT">
    <p:spTree>
      <p:nvGrpSpPr>
        <p:cNvPr id="95" name="Shape 95"/>
        <p:cNvGrpSpPr/>
        <p:nvPr/>
      </p:nvGrpSpPr>
      <p:grpSpPr>
        <a:xfrm>
          <a:off x="0" y="0"/>
          <a:ext cx="0" cy="0"/>
          <a:chOff x="0" y="0"/>
          <a:chExt cx="0" cy="0"/>
        </a:xfrm>
      </p:grpSpPr>
      <p:sp>
        <p:nvSpPr>
          <p:cNvPr id="96" name="Google Shape;96;g311fd835375_0_576"/>
          <p:cNvSpPr txBox="1"/>
          <p:nvPr>
            <p:ph type="title"/>
          </p:nvPr>
        </p:nvSpPr>
        <p:spPr>
          <a:xfrm>
            <a:off x="839788" y="365125"/>
            <a:ext cx="10515600" cy="1325700"/>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97" name="Google Shape;97;g311fd835375_0_576"/>
          <p:cNvSpPr txBox="1"/>
          <p:nvPr>
            <p:ph idx="1" type="body"/>
          </p:nvPr>
        </p:nvSpPr>
        <p:spPr>
          <a:xfrm>
            <a:off x="839788" y="1681163"/>
            <a:ext cx="5157900" cy="823800"/>
          </a:xfrm>
          <a:prstGeom prst="rect">
            <a:avLst/>
          </a:prstGeom>
          <a:noFill/>
          <a:ln>
            <a:noFill/>
          </a:ln>
        </p:spPr>
        <p:txBody>
          <a:bodyPr anchorCtr="0" anchor="b" bIns="45700" lIns="91425" spcFirstLastPara="1" rIns="91425" wrap="square" tIns="45700">
            <a:normAutofit/>
          </a:bodyPr>
          <a:lstStyle>
            <a:lvl1pPr indent="-228600" lvl="0" marL="457200" algn="l">
              <a:lnSpc>
                <a:spcPct val="90000"/>
              </a:lnSpc>
              <a:spcBef>
                <a:spcPts val="1000"/>
              </a:spcBef>
              <a:spcAft>
                <a:spcPts val="0"/>
              </a:spcAft>
              <a:buClr>
                <a:schemeClr val="dk1"/>
              </a:buClr>
              <a:buSzPts val="2400"/>
              <a:buNone/>
              <a:defRPr b="1" sz="2400"/>
            </a:lvl1pPr>
            <a:lvl2pPr indent="-228600" lvl="1" marL="914400" algn="l">
              <a:lnSpc>
                <a:spcPct val="90000"/>
              </a:lnSpc>
              <a:spcBef>
                <a:spcPts val="500"/>
              </a:spcBef>
              <a:spcAft>
                <a:spcPts val="0"/>
              </a:spcAft>
              <a:buClr>
                <a:schemeClr val="dk1"/>
              </a:buClr>
              <a:buSzPts val="2000"/>
              <a:buNone/>
              <a:defRPr b="1" sz="2000"/>
            </a:lvl2pPr>
            <a:lvl3pPr indent="-228600" lvl="2" marL="1371600" algn="l">
              <a:lnSpc>
                <a:spcPct val="90000"/>
              </a:lnSpc>
              <a:spcBef>
                <a:spcPts val="500"/>
              </a:spcBef>
              <a:spcAft>
                <a:spcPts val="0"/>
              </a:spcAft>
              <a:buClr>
                <a:schemeClr val="dk1"/>
              </a:buClr>
              <a:buSzPts val="1800"/>
              <a:buNone/>
              <a:defRPr b="1" sz="1800"/>
            </a:lvl3pPr>
            <a:lvl4pPr indent="-228600" lvl="3" marL="1828800" algn="l">
              <a:lnSpc>
                <a:spcPct val="90000"/>
              </a:lnSpc>
              <a:spcBef>
                <a:spcPts val="500"/>
              </a:spcBef>
              <a:spcAft>
                <a:spcPts val="0"/>
              </a:spcAft>
              <a:buClr>
                <a:schemeClr val="dk1"/>
              </a:buClr>
              <a:buSzPts val="1600"/>
              <a:buNone/>
              <a:defRPr b="1" sz="1600"/>
            </a:lvl4pPr>
            <a:lvl5pPr indent="-228600" lvl="4" marL="2286000" algn="l">
              <a:lnSpc>
                <a:spcPct val="90000"/>
              </a:lnSpc>
              <a:spcBef>
                <a:spcPts val="500"/>
              </a:spcBef>
              <a:spcAft>
                <a:spcPts val="0"/>
              </a:spcAft>
              <a:buClr>
                <a:schemeClr val="dk1"/>
              </a:buClr>
              <a:buSzPts val="1600"/>
              <a:buNone/>
              <a:defRPr b="1" sz="1600"/>
            </a:lvl5pPr>
            <a:lvl6pPr indent="-228600" lvl="5" marL="2743200" algn="l">
              <a:lnSpc>
                <a:spcPct val="90000"/>
              </a:lnSpc>
              <a:spcBef>
                <a:spcPts val="500"/>
              </a:spcBef>
              <a:spcAft>
                <a:spcPts val="0"/>
              </a:spcAft>
              <a:buClr>
                <a:schemeClr val="dk1"/>
              </a:buClr>
              <a:buSzPts val="1600"/>
              <a:buNone/>
              <a:defRPr b="1" sz="1600"/>
            </a:lvl6pPr>
            <a:lvl7pPr indent="-228600" lvl="6" marL="3200400" algn="l">
              <a:lnSpc>
                <a:spcPct val="90000"/>
              </a:lnSpc>
              <a:spcBef>
                <a:spcPts val="500"/>
              </a:spcBef>
              <a:spcAft>
                <a:spcPts val="0"/>
              </a:spcAft>
              <a:buClr>
                <a:schemeClr val="dk1"/>
              </a:buClr>
              <a:buSzPts val="1600"/>
              <a:buNone/>
              <a:defRPr b="1" sz="1600"/>
            </a:lvl7pPr>
            <a:lvl8pPr indent="-228600" lvl="7" marL="3657600" algn="l">
              <a:lnSpc>
                <a:spcPct val="90000"/>
              </a:lnSpc>
              <a:spcBef>
                <a:spcPts val="500"/>
              </a:spcBef>
              <a:spcAft>
                <a:spcPts val="0"/>
              </a:spcAft>
              <a:buClr>
                <a:schemeClr val="dk1"/>
              </a:buClr>
              <a:buSzPts val="1600"/>
              <a:buNone/>
              <a:defRPr b="1" sz="1600"/>
            </a:lvl8pPr>
            <a:lvl9pPr indent="-228600" lvl="8" marL="4114800" algn="l">
              <a:lnSpc>
                <a:spcPct val="90000"/>
              </a:lnSpc>
              <a:spcBef>
                <a:spcPts val="500"/>
              </a:spcBef>
              <a:spcAft>
                <a:spcPts val="0"/>
              </a:spcAft>
              <a:buClr>
                <a:schemeClr val="dk1"/>
              </a:buClr>
              <a:buSzPts val="1600"/>
              <a:buNone/>
              <a:defRPr b="1" sz="1600"/>
            </a:lvl9pPr>
          </a:lstStyle>
          <a:p/>
        </p:txBody>
      </p:sp>
      <p:sp>
        <p:nvSpPr>
          <p:cNvPr id="98" name="Google Shape;98;g311fd835375_0_576"/>
          <p:cNvSpPr txBox="1"/>
          <p:nvPr>
            <p:ph idx="2" type="body"/>
          </p:nvPr>
        </p:nvSpPr>
        <p:spPr>
          <a:xfrm>
            <a:off x="839788" y="2505075"/>
            <a:ext cx="5157900" cy="3684600"/>
          </a:xfrm>
          <a:prstGeom prst="rect">
            <a:avLst/>
          </a:prstGeom>
          <a:noFill/>
          <a:ln>
            <a:noFill/>
          </a:ln>
        </p:spPr>
        <p:txBody>
          <a:bodyPr anchorCtr="0" anchor="t" bIns="45700" lIns="91425" spcFirstLastPara="1" rIns="91425" wrap="square" tIns="45700">
            <a:normAutofit/>
          </a:bodyPr>
          <a:lstStyle>
            <a:lvl1pPr indent="-342900" lvl="0" marL="457200" algn="l">
              <a:lnSpc>
                <a:spcPct val="90000"/>
              </a:lnSpc>
              <a:spcBef>
                <a:spcPts val="1000"/>
              </a:spcBef>
              <a:spcAft>
                <a:spcPts val="0"/>
              </a:spcAft>
              <a:buClr>
                <a:schemeClr val="dk1"/>
              </a:buClr>
              <a:buSzPts val="1800"/>
              <a:buChar char="•"/>
              <a:defRPr/>
            </a:lvl1pPr>
            <a:lvl2pPr indent="-342900" lvl="1" marL="914400" algn="l">
              <a:lnSpc>
                <a:spcPct val="90000"/>
              </a:lnSpc>
              <a:spcBef>
                <a:spcPts val="500"/>
              </a:spcBef>
              <a:spcAft>
                <a:spcPts val="0"/>
              </a:spcAft>
              <a:buClr>
                <a:schemeClr val="dk1"/>
              </a:buClr>
              <a:buSzPts val="1800"/>
              <a:buChar char="•"/>
              <a:defRPr/>
            </a:lvl2pPr>
            <a:lvl3pPr indent="-342900" lvl="2" marL="1371600" algn="l">
              <a:lnSpc>
                <a:spcPct val="90000"/>
              </a:lnSpc>
              <a:spcBef>
                <a:spcPts val="500"/>
              </a:spcBef>
              <a:spcAft>
                <a:spcPts val="0"/>
              </a:spcAft>
              <a:buClr>
                <a:schemeClr val="dk1"/>
              </a:buClr>
              <a:buSzPts val="1800"/>
              <a:buChar char="•"/>
              <a:defRPr/>
            </a:lvl3pPr>
            <a:lvl4pPr indent="-342900" lvl="3" marL="1828800" algn="l">
              <a:lnSpc>
                <a:spcPct val="90000"/>
              </a:lnSpc>
              <a:spcBef>
                <a:spcPts val="500"/>
              </a:spcBef>
              <a:spcAft>
                <a:spcPts val="0"/>
              </a:spcAft>
              <a:buClr>
                <a:schemeClr val="dk1"/>
              </a:buClr>
              <a:buSzPts val="1800"/>
              <a:buChar char="•"/>
              <a:defRPr/>
            </a:lvl4pPr>
            <a:lvl5pPr indent="-342900" lvl="4" marL="2286000" algn="l">
              <a:lnSpc>
                <a:spcPct val="90000"/>
              </a:lnSpc>
              <a:spcBef>
                <a:spcPts val="500"/>
              </a:spcBef>
              <a:spcAft>
                <a:spcPts val="0"/>
              </a:spcAft>
              <a:buClr>
                <a:schemeClr val="dk1"/>
              </a:buClr>
              <a:buSzPts val="1800"/>
              <a:buChar char="•"/>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
        <p:nvSpPr>
          <p:cNvPr id="99" name="Google Shape;99;g311fd835375_0_576"/>
          <p:cNvSpPr txBox="1"/>
          <p:nvPr>
            <p:ph idx="3" type="body"/>
          </p:nvPr>
        </p:nvSpPr>
        <p:spPr>
          <a:xfrm>
            <a:off x="6172200" y="1681163"/>
            <a:ext cx="5183100" cy="823800"/>
          </a:xfrm>
          <a:prstGeom prst="rect">
            <a:avLst/>
          </a:prstGeom>
          <a:noFill/>
          <a:ln>
            <a:noFill/>
          </a:ln>
        </p:spPr>
        <p:txBody>
          <a:bodyPr anchorCtr="0" anchor="b" bIns="45700" lIns="91425" spcFirstLastPara="1" rIns="91425" wrap="square" tIns="45700">
            <a:normAutofit/>
          </a:bodyPr>
          <a:lstStyle>
            <a:lvl1pPr indent="-228600" lvl="0" marL="457200" algn="l">
              <a:lnSpc>
                <a:spcPct val="90000"/>
              </a:lnSpc>
              <a:spcBef>
                <a:spcPts val="1000"/>
              </a:spcBef>
              <a:spcAft>
                <a:spcPts val="0"/>
              </a:spcAft>
              <a:buClr>
                <a:schemeClr val="dk1"/>
              </a:buClr>
              <a:buSzPts val="2400"/>
              <a:buNone/>
              <a:defRPr b="1" sz="2400"/>
            </a:lvl1pPr>
            <a:lvl2pPr indent="-228600" lvl="1" marL="914400" algn="l">
              <a:lnSpc>
                <a:spcPct val="90000"/>
              </a:lnSpc>
              <a:spcBef>
                <a:spcPts val="500"/>
              </a:spcBef>
              <a:spcAft>
                <a:spcPts val="0"/>
              </a:spcAft>
              <a:buClr>
                <a:schemeClr val="dk1"/>
              </a:buClr>
              <a:buSzPts val="2000"/>
              <a:buNone/>
              <a:defRPr b="1" sz="2000"/>
            </a:lvl2pPr>
            <a:lvl3pPr indent="-228600" lvl="2" marL="1371600" algn="l">
              <a:lnSpc>
                <a:spcPct val="90000"/>
              </a:lnSpc>
              <a:spcBef>
                <a:spcPts val="500"/>
              </a:spcBef>
              <a:spcAft>
                <a:spcPts val="0"/>
              </a:spcAft>
              <a:buClr>
                <a:schemeClr val="dk1"/>
              </a:buClr>
              <a:buSzPts val="1800"/>
              <a:buNone/>
              <a:defRPr b="1" sz="1800"/>
            </a:lvl3pPr>
            <a:lvl4pPr indent="-228600" lvl="3" marL="1828800" algn="l">
              <a:lnSpc>
                <a:spcPct val="90000"/>
              </a:lnSpc>
              <a:spcBef>
                <a:spcPts val="500"/>
              </a:spcBef>
              <a:spcAft>
                <a:spcPts val="0"/>
              </a:spcAft>
              <a:buClr>
                <a:schemeClr val="dk1"/>
              </a:buClr>
              <a:buSzPts val="1600"/>
              <a:buNone/>
              <a:defRPr b="1" sz="1600"/>
            </a:lvl4pPr>
            <a:lvl5pPr indent="-228600" lvl="4" marL="2286000" algn="l">
              <a:lnSpc>
                <a:spcPct val="90000"/>
              </a:lnSpc>
              <a:spcBef>
                <a:spcPts val="500"/>
              </a:spcBef>
              <a:spcAft>
                <a:spcPts val="0"/>
              </a:spcAft>
              <a:buClr>
                <a:schemeClr val="dk1"/>
              </a:buClr>
              <a:buSzPts val="1600"/>
              <a:buNone/>
              <a:defRPr b="1" sz="1600"/>
            </a:lvl5pPr>
            <a:lvl6pPr indent="-228600" lvl="5" marL="2743200" algn="l">
              <a:lnSpc>
                <a:spcPct val="90000"/>
              </a:lnSpc>
              <a:spcBef>
                <a:spcPts val="500"/>
              </a:spcBef>
              <a:spcAft>
                <a:spcPts val="0"/>
              </a:spcAft>
              <a:buClr>
                <a:schemeClr val="dk1"/>
              </a:buClr>
              <a:buSzPts val="1600"/>
              <a:buNone/>
              <a:defRPr b="1" sz="1600"/>
            </a:lvl6pPr>
            <a:lvl7pPr indent="-228600" lvl="6" marL="3200400" algn="l">
              <a:lnSpc>
                <a:spcPct val="90000"/>
              </a:lnSpc>
              <a:spcBef>
                <a:spcPts val="500"/>
              </a:spcBef>
              <a:spcAft>
                <a:spcPts val="0"/>
              </a:spcAft>
              <a:buClr>
                <a:schemeClr val="dk1"/>
              </a:buClr>
              <a:buSzPts val="1600"/>
              <a:buNone/>
              <a:defRPr b="1" sz="1600"/>
            </a:lvl7pPr>
            <a:lvl8pPr indent="-228600" lvl="7" marL="3657600" algn="l">
              <a:lnSpc>
                <a:spcPct val="90000"/>
              </a:lnSpc>
              <a:spcBef>
                <a:spcPts val="500"/>
              </a:spcBef>
              <a:spcAft>
                <a:spcPts val="0"/>
              </a:spcAft>
              <a:buClr>
                <a:schemeClr val="dk1"/>
              </a:buClr>
              <a:buSzPts val="1600"/>
              <a:buNone/>
              <a:defRPr b="1" sz="1600"/>
            </a:lvl8pPr>
            <a:lvl9pPr indent="-228600" lvl="8" marL="4114800" algn="l">
              <a:lnSpc>
                <a:spcPct val="90000"/>
              </a:lnSpc>
              <a:spcBef>
                <a:spcPts val="500"/>
              </a:spcBef>
              <a:spcAft>
                <a:spcPts val="0"/>
              </a:spcAft>
              <a:buClr>
                <a:schemeClr val="dk1"/>
              </a:buClr>
              <a:buSzPts val="1600"/>
              <a:buNone/>
              <a:defRPr b="1" sz="1600"/>
            </a:lvl9pPr>
          </a:lstStyle>
          <a:p/>
        </p:txBody>
      </p:sp>
      <p:sp>
        <p:nvSpPr>
          <p:cNvPr id="100" name="Google Shape;100;g311fd835375_0_576"/>
          <p:cNvSpPr txBox="1"/>
          <p:nvPr>
            <p:ph idx="4" type="body"/>
          </p:nvPr>
        </p:nvSpPr>
        <p:spPr>
          <a:xfrm>
            <a:off x="6172200" y="2505075"/>
            <a:ext cx="5183100" cy="3684600"/>
          </a:xfrm>
          <a:prstGeom prst="rect">
            <a:avLst/>
          </a:prstGeom>
          <a:noFill/>
          <a:ln>
            <a:noFill/>
          </a:ln>
        </p:spPr>
        <p:txBody>
          <a:bodyPr anchorCtr="0" anchor="t" bIns="45700" lIns="91425" spcFirstLastPara="1" rIns="91425" wrap="square" tIns="45700">
            <a:normAutofit/>
          </a:bodyPr>
          <a:lstStyle>
            <a:lvl1pPr indent="-342900" lvl="0" marL="457200" algn="l">
              <a:lnSpc>
                <a:spcPct val="90000"/>
              </a:lnSpc>
              <a:spcBef>
                <a:spcPts val="1000"/>
              </a:spcBef>
              <a:spcAft>
                <a:spcPts val="0"/>
              </a:spcAft>
              <a:buClr>
                <a:schemeClr val="dk1"/>
              </a:buClr>
              <a:buSzPts val="1800"/>
              <a:buChar char="•"/>
              <a:defRPr/>
            </a:lvl1pPr>
            <a:lvl2pPr indent="-342900" lvl="1" marL="914400" algn="l">
              <a:lnSpc>
                <a:spcPct val="90000"/>
              </a:lnSpc>
              <a:spcBef>
                <a:spcPts val="500"/>
              </a:spcBef>
              <a:spcAft>
                <a:spcPts val="0"/>
              </a:spcAft>
              <a:buClr>
                <a:schemeClr val="dk1"/>
              </a:buClr>
              <a:buSzPts val="1800"/>
              <a:buChar char="•"/>
              <a:defRPr/>
            </a:lvl2pPr>
            <a:lvl3pPr indent="-342900" lvl="2" marL="1371600" algn="l">
              <a:lnSpc>
                <a:spcPct val="90000"/>
              </a:lnSpc>
              <a:spcBef>
                <a:spcPts val="500"/>
              </a:spcBef>
              <a:spcAft>
                <a:spcPts val="0"/>
              </a:spcAft>
              <a:buClr>
                <a:schemeClr val="dk1"/>
              </a:buClr>
              <a:buSzPts val="1800"/>
              <a:buChar char="•"/>
              <a:defRPr/>
            </a:lvl3pPr>
            <a:lvl4pPr indent="-342900" lvl="3" marL="1828800" algn="l">
              <a:lnSpc>
                <a:spcPct val="90000"/>
              </a:lnSpc>
              <a:spcBef>
                <a:spcPts val="500"/>
              </a:spcBef>
              <a:spcAft>
                <a:spcPts val="0"/>
              </a:spcAft>
              <a:buClr>
                <a:schemeClr val="dk1"/>
              </a:buClr>
              <a:buSzPts val="1800"/>
              <a:buChar char="•"/>
              <a:defRPr/>
            </a:lvl4pPr>
            <a:lvl5pPr indent="-342900" lvl="4" marL="2286000" algn="l">
              <a:lnSpc>
                <a:spcPct val="90000"/>
              </a:lnSpc>
              <a:spcBef>
                <a:spcPts val="500"/>
              </a:spcBef>
              <a:spcAft>
                <a:spcPts val="0"/>
              </a:spcAft>
              <a:buClr>
                <a:schemeClr val="dk1"/>
              </a:buClr>
              <a:buSzPts val="1800"/>
              <a:buChar char="•"/>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
        <p:nvSpPr>
          <p:cNvPr id="101" name="Google Shape;101;g311fd835375_0_576"/>
          <p:cNvSpPr txBox="1"/>
          <p:nvPr>
            <p:ph idx="10" type="dt"/>
          </p:nvPr>
        </p:nvSpPr>
        <p:spPr>
          <a:xfrm>
            <a:off x="838200" y="6356350"/>
            <a:ext cx="2743200" cy="36510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02" name="Google Shape;102;g311fd835375_0_576"/>
          <p:cNvSpPr txBox="1"/>
          <p:nvPr>
            <p:ph idx="11" type="ftr"/>
          </p:nvPr>
        </p:nvSpPr>
        <p:spPr>
          <a:xfrm>
            <a:off x="4038600" y="6356350"/>
            <a:ext cx="4114800" cy="365100"/>
          </a:xfrm>
          <a:prstGeom prst="rect">
            <a:avLst/>
          </a:prstGeom>
          <a:noFill/>
          <a:ln>
            <a:noFill/>
          </a:ln>
        </p:spPr>
        <p:txBody>
          <a:bodyPr anchorCtr="0" anchor="ctr" bIns="45700" lIns="91425" spcFirstLastPara="1" rIns="91425" wrap="square" tIns="4570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03" name="Google Shape;103;g311fd835375_0_576"/>
          <p:cNvSpPr txBox="1"/>
          <p:nvPr>
            <p:ph idx="12" type="sldNum"/>
          </p:nvPr>
        </p:nvSpPr>
        <p:spPr>
          <a:xfrm>
            <a:off x="8610600" y="6356350"/>
            <a:ext cx="2743200" cy="365100"/>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0000"/>
              </a:buClr>
              <a:buSzPts val="1200"/>
              <a:buFont typeface="Arial"/>
              <a:buNone/>
              <a:defRPr b="0" i="0" sz="1200" u="none" cap="none" strike="noStrike">
                <a:solidFill>
                  <a:srgbClr val="757575"/>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200"/>
              <a:buFont typeface="Arial"/>
              <a:buNone/>
              <a:defRPr b="0" i="0" sz="1200" u="none" cap="none" strike="noStrike">
                <a:solidFill>
                  <a:srgbClr val="757575"/>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200"/>
              <a:buFont typeface="Arial"/>
              <a:buNone/>
              <a:defRPr b="0" i="0" sz="1200" u="none" cap="none" strike="noStrike">
                <a:solidFill>
                  <a:srgbClr val="757575"/>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200"/>
              <a:buFont typeface="Arial"/>
              <a:buNone/>
              <a:defRPr b="0" i="0" sz="1200" u="none" cap="none" strike="noStrike">
                <a:solidFill>
                  <a:srgbClr val="757575"/>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200"/>
              <a:buFont typeface="Arial"/>
              <a:buNone/>
              <a:defRPr b="0" i="0" sz="1200" u="none" cap="none" strike="noStrike">
                <a:solidFill>
                  <a:srgbClr val="757575"/>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200"/>
              <a:buFont typeface="Arial"/>
              <a:buNone/>
              <a:defRPr b="0" i="0" sz="1200" u="none" cap="none" strike="noStrike">
                <a:solidFill>
                  <a:srgbClr val="757575"/>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200"/>
              <a:buFont typeface="Arial"/>
              <a:buNone/>
              <a:defRPr b="0" i="0" sz="1200" u="none" cap="none" strike="noStrike">
                <a:solidFill>
                  <a:srgbClr val="757575"/>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200"/>
              <a:buFont typeface="Arial"/>
              <a:buNone/>
              <a:defRPr b="0" i="0" sz="1200" u="none" cap="none" strike="noStrike">
                <a:solidFill>
                  <a:srgbClr val="757575"/>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200"/>
              <a:buFont typeface="Arial"/>
              <a:buNone/>
              <a:defRPr b="0" i="0" sz="1200" u="none" cap="none" strike="noStrike">
                <a:solidFill>
                  <a:srgbClr val="757575"/>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104" name="Shape 104"/>
        <p:cNvGrpSpPr/>
        <p:nvPr/>
      </p:nvGrpSpPr>
      <p:grpSpPr>
        <a:xfrm>
          <a:off x="0" y="0"/>
          <a:ext cx="0" cy="0"/>
          <a:chOff x="0" y="0"/>
          <a:chExt cx="0" cy="0"/>
        </a:xfrm>
      </p:grpSpPr>
      <p:sp>
        <p:nvSpPr>
          <p:cNvPr id="105" name="Google Shape;105;g311fd835375_0_585"/>
          <p:cNvSpPr txBox="1"/>
          <p:nvPr>
            <p:ph type="title"/>
          </p:nvPr>
        </p:nvSpPr>
        <p:spPr>
          <a:xfrm>
            <a:off x="838200" y="365125"/>
            <a:ext cx="10515600" cy="1325700"/>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06" name="Google Shape;106;g311fd835375_0_585"/>
          <p:cNvSpPr txBox="1"/>
          <p:nvPr>
            <p:ph idx="10" type="dt"/>
          </p:nvPr>
        </p:nvSpPr>
        <p:spPr>
          <a:xfrm>
            <a:off x="838200" y="6356350"/>
            <a:ext cx="2743200" cy="36510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07" name="Google Shape;107;g311fd835375_0_585"/>
          <p:cNvSpPr txBox="1"/>
          <p:nvPr>
            <p:ph idx="11" type="ftr"/>
          </p:nvPr>
        </p:nvSpPr>
        <p:spPr>
          <a:xfrm>
            <a:off x="4038600" y="6356350"/>
            <a:ext cx="4114800" cy="365100"/>
          </a:xfrm>
          <a:prstGeom prst="rect">
            <a:avLst/>
          </a:prstGeom>
          <a:noFill/>
          <a:ln>
            <a:noFill/>
          </a:ln>
        </p:spPr>
        <p:txBody>
          <a:bodyPr anchorCtr="0" anchor="ctr" bIns="45700" lIns="91425" spcFirstLastPara="1" rIns="91425" wrap="square" tIns="4570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08" name="Google Shape;108;g311fd835375_0_585"/>
          <p:cNvSpPr txBox="1"/>
          <p:nvPr>
            <p:ph idx="12" type="sldNum"/>
          </p:nvPr>
        </p:nvSpPr>
        <p:spPr>
          <a:xfrm>
            <a:off x="8610600" y="6356350"/>
            <a:ext cx="2743200" cy="365100"/>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0000"/>
              </a:buClr>
              <a:buSzPts val="1200"/>
              <a:buFont typeface="Arial"/>
              <a:buNone/>
              <a:defRPr b="0" i="0" sz="1200" u="none" cap="none" strike="noStrike">
                <a:solidFill>
                  <a:srgbClr val="757575"/>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200"/>
              <a:buFont typeface="Arial"/>
              <a:buNone/>
              <a:defRPr b="0" i="0" sz="1200" u="none" cap="none" strike="noStrike">
                <a:solidFill>
                  <a:srgbClr val="757575"/>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200"/>
              <a:buFont typeface="Arial"/>
              <a:buNone/>
              <a:defRPr b="0" i="0" sz="1200" u="none" cap="none" strike="noStrike">
                <a:solidFill>
                  <a:srgbClr val="757575"/>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200"/>
              <a:buFont typeface="Arial"/>
              <a:buNone/>
              <a:defRPr b="0" i="0" sz="1200" u="none" cap="none" strike="noStrike">
                <a:solidFill>
                  <a:srgbClr val="757575"/>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200"/>
              <a:buFont typeface="Arial"/>
              <a:buNone/>
              <a:defRPr b="0" i="0" sz="1200" u="none" cap="none" strike="noStrike">
                <a:solidFill>
                  <a:srgbClr val="757575"/>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200"/>
              <a:buFont typeface="Arial"/>
              <a:buNone/>
              <a:defRPr b="0" i="0" sz="1200" u="none" cap="none" strike="noStrike">
                <a:solidFill>
                  <a:srgbClr val="757575"/>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200"/>
              <a:buFont typeface="Arial"/>
              <a:buNone/>
              <a:defRPr b="0" i="0" sz="1200" u="none" cap="none" strike="noStrike">
                <a:solidFill>
                  <a:srgbClr val="757575"/>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200"/>
              <a:buFont typeface="Arial"/>
              <a:buNone/>
              <a:defRPr b="0" i="0" sz="1200" u="none" cap="none" strike="noStrike">
                <a:solidFill>
                  <a:srgbClr val="757575"/>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200"/>
              <a:buFont typeface="Arial"/>
              <a:buNone/>
              <a:defRPr b="0" i="0" sz="1200" u="none" cap="none" strike="noStrike">
                <a:solidFill>
                  <a:srgbClr val="757575"/>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with Caption" type="objTx">
  <p:cSld name="OBJECT_WITH_CAPTION_TEXT">
    <p:spTree>
      <p:nvGrpSpPr>
        <p:cNvPr id="109" name="Shape 109"/>
        <p:cNvGrpSpPr/>
        <p:nvPr/>
      </p:nvGrpSpPr>
      <p:grpSpPr>
        <a:xfrm>
          <a:off x="0" y="0"/>
          <a:ext cx="0" cy="0"/>
          <a:chOff x="0" y="0"/>
          <a:chExt cx="0" cy="0"/>
        </a:xfrm>
      </p:grpSpPr>
      <p:sp>
        <p:nvSpPr>
          <p:cNvPr id="110" name="Google Shape;110;g311fd835375_0_594"/>
          <p:cNvSpPr txBox="1"/>
          <p:nvPr>
            <p:ph type="title"/>
          </p:nvPr>
        </p:nvSpPr>
        <p:spPr>
          <a:xfrm>
            <a:off x="839788" y="457200"/>
            <a:ext cx="3932100" cy="1600200"/>
          </a:xfrm>
          <a:prstGeom prst="rect">
            <a:avLst/>
          </a:prstGeom>
          <a:noFill/>
          <a:ln>
            <a:noFill/>
          </a:ln>
        </p:spPr>
        <p:txBody>
          <a:bodyPr anchorCtr="0" anchor="b" bIns="45700" lIns="91425" spcFirstLastPara="1" rIns="91425" wrap="square" tIns="45700">
            <a:normAutofit/>
          </a:bodyPr>
          <a:lstStyle>
            <a:lvl1pPr lvl="0" algn="l">
              <a:lnSpc>
                <a:spcPct val="90000"/>
              </a:lnSpc>
              <a:spcBef>
                <a:spcPts val="0"/>
              </a:spcBef>
              <a:spcAft>
                <a:spcPts val="0"/>
              </a:spcAft>
              <a:buClr>
                <a:schemeClr val="dk1"/>
              </a:buClr>
              <a:buSzPts val="3200"/>
              <a:buFont typeface="Play"/>
              <a:buNone/>
              <a:defRPr sz="32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11" name="Google Shape;111;g311fd835375_0_594"/>
          <p:cNvSpPr txBox="1"/>
          <p:nvPr>
            <p:ph idx="1" type="body"/>
          </p:nvPr>
        </p:nvSpPr>
        <p:spPr>
          <a:xfrm>
            <a:off x="5183188" y="987425"/>
            <a:ext cx="6172200" cy="4873500"/>
          </a:xfrm>
          <a:prstGeom prst="rect">
            <a:avLst/>
          </a:prstGeom>
          <a:noFill/>
          <a:ln>
            <a:noFill/>
          </a:ln>
        </p:spPr>
        <p:txBody>
          <a:bodyPr anchorCtr="0" anchor="t" bIns="45700" lIns="91425" spcFirstLastPara="1" rIns="91425" wrap="square" tIns="45700">
            <a:normAutofit/>
          </a:bodyPr>
          <a:lstStyle>
            <a:lvl1pPr indent="-431800" lvl="0" marL="457200" algn="l">
              <a:lnSpc>
                <a:spcPct val="90000"/>
              </a:lnSpc>
              <a:spcBef>
                <a:spcPts val="1000"/>
              </a:spcBef>
              <a:spcAft>
                <a:spcPts val="0"/>
              </a:spcAft>
              <a:buClr>
                <a:schemeClr val="dk1"/>
              </a:buClr>
              <a:buSzPts val="3200"/>
              <a:buChar char="•"/>
              <a:defRPr sz="3200"/>
            </a:lvl1pPr>
            <a:lvl2pPr indent="-406400" lvl="1" marL="914400" algn="l">
              <a:lnSpc>
                <a:spcPct val="90000"/>
              </a:lnSpc>
              <a:spcBef>
                <a:spcPts val="500"/>
              </a:spcBef>
              <a:spcAft>
                <a:spcPts val="0"/>
              </a:spcAft>
              <a:buClr>
                <a:schemeClr val="dk1"/>
              </a:buClr>
              <a:buSzPts val="2800"/>
              <a:buChar char="•"/>
              <a:defRPr sz="2800"/>
            </a:lvl2pPr>
            <a:lvl3pPr indent="-381000" lvl="2" marL="1371600" algn="l">
              <a:lnSpc>
                <a:spcPct val="90000"/>
              </a:lnSpc>
              <a:spcBef>
                <a:spcPts val="500"/>
              </a:spcBef>
              <a:spcAft>
                <a:spcPts val="0"/>
              </a:spcAft>
              <a:buClr>
                <a:schemeClr val="dk1"/>
              </a:buClr>
              <a:buSzPts val="2400"/>
              <a:buChar char="•"/>
              <a:defRPr sz="2400"/>
            </a:lvl3pPr>
            <a:lvl4pPr indent="-355600" lvl="3" marL="1828800" algn="l">
              <a:lnSpc>
                <a:spcPct val="90000"/>
              </a:lnSpc>
              <a:spcBef>
                <a:spcPts val="500"/>
              </a:spcBef>
              <a:spcAft>
                <a:spcPts val="0"/>
              </a:spcAft>
              <a:buClr>
                <a:schemeClr val="dk1"/>
              </a:buClr>
              <a:buSzPts val="2000"/>
              <a:buChar char="•"/>
              <a:defRPr sz="2000"/>
            </a:lvl4pPr>
            <a:lvl5pPr indent="-355600" lvl="4" marL="2286000" algn="l">
              <a:lnSpc>
                <a:spcPct val="90000"/>
              </a:lnSpc>
              <a:spcBef>
                <a:spcPts val="500"/>
              </a:spcBef>
              <a:spcAft>
                <a:spcPts val="0"/>
              </a:spcAft>
              <a:buClr>
                <a:schemeClr val="dk1"/>
              </a:buClr>
              <a:buSzPts val="2000"/>
              <a:buChar char="•"/>
              <a:defRPr sz="2000"/>
            </a:lvl5pPr>
            <a:lvl6pPr indent="-355600" lvl="5" marL="2743200" algn="l">
              <a:lnSpc>
                <a:spcPct val="90000"/>
              </a:lnSpc>
              <a:spcBef>
                <a:spcPts val="500"/>
              </a:spcBef>
              <a:spcAft>
                <a:spcPts val="0"/>
              </a:spcAft>
              <a:buClr>
                <a:schemeClr val="dk1"/>
              </a:buClr>
              <a:buSzPts val="2000"/>
              <a:buChar char="•"/>
              <a:defRPr sz="2000"/>
            </a:lvl6pPr>
            <a:lvl7pPr indent="-355600" lvl="6" marL="3200400" algn="l">
              <a:lnSpc>
                <a:spcPct val="90000"/>
              </a:lnSpc>
              <a:spcBef>
                <a:spcPts val="500"/>
              </a:spcBef>
              <a:spcAft>
                <a:spcPts val="0"/>
              </a:spcAft>
              <a:buClr>
                <a:schemeClr val="dk1"/>
              </a:buClr>
              <a:buSzPts val="2000"/>
              <a:buChar char="•"/>
              <a:defRPr sz="2000"/>
            </a:lvl7pPr>
            <a:lvl8pPr indent="-355600" lvl="7" marL="3657600" algn="l">
              <a:lnSpc>
                <a:spcPct val="90000"/>
              </a:lnSpc>
              <a:spcBef>
                <a:spcPts val="500"/>
              </a:spcBef>
              <a:spcAft>
                <a:spcPts val="0"/>
              </a:spcAft>
              <a:buClr>
                <a:schemeClr val="dk1"/>
              </a:buClr>
              <a:buSzPts val="2000"/>
              <a:buChar char="•"/>
              <a:defRPr sz="2000"/>
            </a:lvl8pPr>
            <a:lvl9pPr indent="-355600" lvl="8" marL="4114800" algn="l">
              <a:lnSpc>
                <a:spcPct val="90000"/>
              </a:lnSpc>
              <a:spcBef>
                <a:spcPts val="500"/>
              </a:spcBef>
              <a:spcAft>
                <a:spcPts val="0"/>
              </a:spcAft>
              <a:buClr>
                <a:schemeClr val="dk1"/>
              </a:buClr>
              <a:buSzPts val="2000"/>
              <a:buChar char="•"/>
              <a:defRPr sz="2000"/>
            </a:lvl9pPr>
          </a:lstStyle>
          <a:p/>
        </p:txBody>
      </p:sp>
      <p:sp>
        <p:nvSpPr>
          <p:cNvPr id="112" name="Google Shape;112;g311fd835375_0_594"/>
          <p:cNvSpPr txBox="1"/>
          <p:nvPr>
            <p:ph idx="2" type="body"/>
          </p:nvPr>
        </p:nvSpPr>
        <p:spPr>
          <a:xfrm>
            <a:off x="839788" y="2057400"/>
            <a:ext cx="3932100" cy="3811500"/>
          </a:xfrm>
          <a:prstGeom prst="rect">
            <a:avLst/>
          </a:prstGeom>
          <a:noFill/>
          <a:ln>
            <a:noFill/>
          </a:ln>
        </p:spPr>
        <p:txBody>
          <a:bodyPr anchorCtr="0" anchor="t" bIns="45700" lIns="91425" spcFirstLastPara="1" rIns="91425" wrap="square" tIns="45700">
            <a:normAutofit/>
          </a:bodyPr>
          <a:lstStyle>
            <a:lvl1pPr indent="-228600" lvl="0" marL="457200" algn="l">
              <a:lnSpc>
                <a:spcPct val="90000"/>
              </a:lnSpc>
              <a:spcBef>
                <a:spcPts val="1000"/>
              </a:spcBef>
              <a:spcAft>
                <a:spcPts val="0"/>
              </a:spcAft>
              <a:buClr>
                <a:schemeClr val="dk1"/>
              </a:buClr>
              <a:buSzPts val="1600"/>
              <a:buNone/>
              <a:defRPr sz="1600"/>
            </a:lvl1pPr>
            <a:lvl2pPr indent="-228600" lvl="1" marL="914400" algn="l">
              <a:lnSpc>
                <a:spcPct val="90000"/>
              </a:lnSpc>
              <a:spcBef>
                <a:spcPts val="500"/>
              </a:spcBef>
              <a:spcAft>
                <a:spcPts val="0"/>
              </a:spcAft>
              <a:buClr>
                <a:schemeClr val="dk1"/>
              </a:buClr>
              <a:buSzPts val="1400"/>
              <a:buNone/>
              <a:defRPr sz="1400"/>
            </a:lvl2pPr>
            <a:lvl3pPr indent="-228600" lvl="2" marL="1371600" algn="l">
              <a:lnSpc>
                <a:spcPct val="90000"/>
              </a:lnSpc>
              <a:spcBef>
                <a:spcPts val="500"/>
              </a:spcBef>
              <a:spcAft>
                <a:spcPts val="0"/>
              </a:spcAft>
              <a:buClr>
                <a:schemeClr val="dk1"/>
              </a:buClr>
              <a:buSzPts val="1200"/>
              <a:buNone/>
              <a:defRPr sz="1200"/>
            </a:lvl3pPr>
            <a:lvl4pPr indent="-228600" lvl="3" marL="1828800" algn="l">
              <a:lnSpc>
                <a:spcPct val="90000"/>
              </a:lnSpc>
              <a:spcBef>
                <a:spcPts val="500"/>
              </a:spcBef>
              <a:spcAft>
                <a:spcPts val="0"/>
              </a:spcAft>
              <a:buClr>
                <a:schemeClr val="dk1"/>
              </a:buClr>
              <a:buSzPts val="1000"/>
              <a:buNone/>
              <a:defRPr sz="1000"/>
            </a:lvl4pPr>
            <a:lvl5pPr indent="-228600" lvl="4" marL="2286000" algn="l">
              <a:lnSpc>
                <a:spcPct val="90000"/>
              </a:lnSpc>
              <a:spcBef>
                <a:spcPts val="500"/>
              </a:spcBef>
              <a:spcAft>
                <a:spcPts val="0"/>
              </a:spcAft>
              <a:buClr>
                <a:schemeClr val="dk1"/>
              </a:buClr>
              <a:buSzPts val="1000"/>
              <a:buNone/>
              <a:defRPr sz="1000"/>
            </a:lvl5pPr>
            <a:lvl6pPr indent="-228600" lvl="5" marL="2743200" algn="l">
              <a:lnSpc>
                <a:spcPct val="90000"/>
              </a:lnSpc>
              <a:spcBef>
                <a:spcPts val="500"/>
              </a:spcBef>
              <a:spcAft>
                <a:spcPts val="0"/>
              </a:spcAft>
              <a:buClr>
                <a:schemeClr val="dk1"/>
              </a:buClr>
              <a:buSzPts val="1000"/>
              <a:buNone/>
              <a:defRPr sz="1000"/>
            </a:lvl6pPr>
            <a:lvl7pPr indent="-228600" lvl="6" marL="3200400" algn="l">
              <a:lnSpc>
                <a:spcPct val="90000"/>
              </a:lnSpc>
              <a:spcBef>
                <a:spcPts val="500"/>
              </a:spcBef>
              <a:spcAft>
                <a:spcPts val="0"/>
              </a:spcAft>
              <a:buClr>
                <a:schemeClr val="dk1"/>
              </a:buClr>
              <a:buSzPts val="1000"/>
              <a:buNone/>
              <a:defRPr sz="1000"/>
            </a:lvl7pPr>
            <a:lvl8pPr indent="-228600" lvl="7" marL="3657600" algn="l">
              <a:lnSpc>
                <a:spcPct val="90000"/>
              </a:lnSpc>
              <a:spcBef>
                <a:spcPts val="500"/>
              </a:spcBef>
              <a:spcAft>
                <a:spcPts val="0"/>
              </a:spcAft>
              <a:buClr>
                <a:schemeClr val="dk1"/>
              </a:buClr>
              <a:buSzPts val="1000"/>
              <a:buNone/>
              <a:defRPr sz="1000"/>
            </a:lvl8pPr>
            <a:lvl9pPr indent="-228600" lvl="8" marL="4114800" algn="l">
              <a:lnSpc>
                <a:spcPct val="90000"/>
              </a:lnSpc>
              <a:spcBef>
                <a:spcPts val="500"/>
              </a:spcBef>
              <a:spcAft>
                <a:spcPts val="0"/>
              </a:spcAft>
              <a:buClr>
                <a:schemeClr val="dk1"/>
              </a:buClr>
              <a:buSzPts val="1000"/>
              <a:buNone/>
              <a:defRPr sz="1000"/>
            </a:lvl9pPr>
          </a:lstStyle>
          <a:p/>
        </p:txBody>
      </p:sp>
      <p:sp>
        <p:nvSpPr>
          <p:cNvPr id="113" name="Google Shape;113;g311fd835375_0_594"/>
          <p:cNvSpPr txBox="1"/>
          <p:nvPr>
            <p:ph idx="10" type="dt"/>
          </p:nvPr>
        </p:nvSpPr>
        <p:spPr>
          <a:xfrm>
            <a:off x="838200" y="6356350"/>
            <a:ext cx="2743200" cy="36510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14" name="Google Shape;114;g311fd835375_0_594"/>
          <p:cNvSpPr txBox="1"/>
          <p:nvPr>
            <p:ph idx="11" type="ftr"/>
          </p:nvPr>
        </p:nvSpPr>
        <p:spPr>
          <a:xfrm>
            <a:off x="4038600" y="6356350"/>
            <a:ext cx="4114800" cy="365100"/>
          </a:xfrm>
          <a:prstGeom prst="rect">
            <a:avLst/>
          </a:prstGeom>
          <a:noFill/>
          <a:ln>
            <a:noFill/>
          </a:ln>
        </p:spPr>
        <p:txBody>
          <a:bodyPr anchorCtr="0" anchor="ctr" bIns="45700" lIns="91425" spcFirstLastPara="1" rIns="91425" wrap="square" tIns="4570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15" name="Google Shape;115;g311fd835375_0_594"/>
          <p:cNvSpPr txBox="1"/>
          <p:nvPr>
            <p:ph idx="12" type="sldNum"/>
          </p:nvPr>
        </p:nvSpPr>
        <p:spPr>
          <a:xfrm>
            <a:off x="8610600" y="6356350"/>
            <a:ext cx="2743200" cy="365100"/>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0000"/>
              </a:buClr>
              <a:buSzPts val="1200"/>
              <a:buFont typeface="Arial"/>
              <a:buNone/>
              <a:defRPr b="0" i="0" sz="1200" u="none" cap="none" strike="noStrike">
                <a:solidFill>
                  <a:srgbClr val="757575"/>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200"/>
              <a:buFont typeface="Arial"/>
              <a:buNone/>
              <a:defRPr b="0" i="0" sz="1200" u="none" cap="none" strike="noStrike">
                <a:solidFill>
                  <a:srgbClr val="757575"/>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200"/>
              <a:buFont typeface="Arial"/>
              <a:buNone/>
              <a:defRPr b="0" i="0" sz="1200" u="none" cap="none" strike="noStrike">
                <a:solidFill>
                  <a:srgbClr val="757575"/>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200"/>
              <a:buFont typeface="Arial"/>
              <a:buNone/>
              <a:defRPr b="0" i="0" sz="1200" u="none" cap="none" strike="noStrike">
                <a:solidFill>
                  <a:srgbClr val="757575"/>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200"/>
              <a:buFont typeface="Arial"/>
              <a:buNone/>
              <a:defRPr b="0" i="0" sz="1200" u="none" cap="none" strike="noStrike">
                <a:solidFill>
                  <a:srgbClr val="757575"/>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200"/>
              <a:buFont typeface="Arial"/>
              <a:buNone/>
              <a:defRPr b="0" i="0" sz="1200" u="none" cap="none" strike="noStrike">
                <a:solidFill>
                  <a:srgbClr val="757575"/>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200"/>
              <a:buFont typeface="Arial"/>
              <a:buNone/>
              <a:defRPr b="0" i="0" sz="1200" u="none" cap="none" strike="noStrike">
                <a:solidFill>
                  <a:srgbClr val="757575"/>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200"/>
              <a:buFont typeface="Arial"/>
              <a:buNone/>
              <a:defRPr b="0" i="0" sz="1200" u="none" cap="none" strike="noStrike">
                <a:solidFill>
                  <a:srgbClr val="757575"/>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200"/>
              <a:buFont typeface="Arial"/>
              <a:buNone/>
              <a:defRPr b="0" i="0" sz="1200" u="none" cap="none" strike="noStrike">
                <a:solidFill>
                  <a:srgbClr val="757575"/>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icture with Caption" type="picTx">
  <p:cSld name="PICTURE_WITH_CAPTION_TEXT">
    <p:spTree>
      <p:nvGrpSpPr>
        <p:cNvPr id="116" name="Shape 116"/>
        <p:cNvGrpSpPr/>
        <p:nvPr/>
      </p:nvGrpSpPr>
      <p:grpSpPr>
        <a:xfrm>
          <a:off x="0" y="0"/>
          <a:ext cx="0" cy="0"/>
          <a:chOff x="0" y="0"/>
          <a:chExt cx="0" cy="0"/>
        </a:xfrm>
      </p:grpSpPr>
      <p:sp>
        <p:nvSpPr>
          <p:cNvPr id="117" name="Google Shape;117;g311fd835375_0_601"/>
          <p:cNvSpPr txBox="1"/>
          <p:nvPr>
            <p:ph type="title"/>
          </p:nvPr>
        </p:nvSpPr>
        <p:spPr>
          <a:xfrm>
            <a:off x="839788" y="457200"/>
            <a:ext cx="3932100" cy="1600200"/>
          </a:xfrm>
          <a:prstGeom prst="rect">
            <a:avLst/>
          </a:prstGeom>
          <a:noFill/>
          <a:ln>
            <a:noFill/>
          </a:ln>
        </p:spPr>
        <p:txBody>
          <a:bodyPr anchorCtr="0" anchor="b" bIns="45700" lIns="91425" spcFirstLastPara="1" rIns="91425" wrap="square" tIns="45700">
            <a:normAutofit/>
          </a:bodyPr>
          <a:lstStyle>
            <a:lvl1pPr lvl="0" algn="l">
              <a:lnSpc>
                <a:spcPct val="90000"/>
              </a:lnSpc>
              <a:spcBef>
                <a:spcPts val="0"/>
              </a:spcBef>
              <a:spcAft>
                <a:spcPts val="0"/>
              </a:spcAft>
              <a:buClr>
                <a:schemeClr val="dk1"/>
              </a:buClr>
              <a:buSzPts val="3200"/>
              <a:buFont typeface="Play"/>
              <a:buNone/>
              <a:defRPr sz="32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18" name="Google Shape;118;g311fd835375_0_601"/>
          <p:cNvSpPr/>
          <p:nvPr>
            <p:ph idx="2" type="pic"/>
          </p:nvPr>
        </p:nvSpPr>
        <p:spPr>
          <a:xfrm>
            <a:off x="5183188" y="987425"/>
            <a:ext cx="6172200" cy="4873500"/>
          </a:xfrm>
          <a:prstGeom prst="rect">
            <a:avLst/>
          </a:prstGeom>
          <a:noFill/>
          <a:ln>
            <a:noFill/>
          </a:ln>
        </p:spPr>
      </p:sp>
      <p:sp>
        <p:nvSpPr>
          <p:cNvPr id="119" name="Google Shape;119;g311fd835375_0_601"/>
          <p:cNvSpPr txBox="1"/>
          <p:nvPr>
            <p:ph idx="1" type="body"/>
          </p:nvPr>
        </p:nvSpPr>
        <p:spPr>
          <a:xfrm>
            <a:off x="839788" y="2057400"/>
            <a:ext cx="3932100" cy="3811500"/>
          </a:xfrm>
          <a:prstGeom prst="rect">
            <a:avLst/>
          </a:prstGeom>
          <a:noFill/>
          <a:ln>
            <a:noFill/>
          </a:ln>
        </p:spPr>
        <p:txBody>
          <a:bodyPr anchorCtr="0" anchor="t" bIns="45700" lIns="91425" spcFirstLastPara="1" rIns="91425" wrap="square" tIns="45700">
            <a:normAutofit/>
          </a:bodyPr>
          <a:lstStyle>
            <a:lvl1pPr indent="-228600" lvl="0" marL="457200" algn="l">
              <a:lnSpc>
                <a:spcPct val="90000"/>
              </a:lnSpc>
              <a:spcBef>
                <a:spcPts val="1000"/>
              </a:spcBef>
              <a:spcAft>
                <a:spcPts val="0"/>
              </a:spcAft>
              <a:buClr>
                <a:schemeClr val="dk1"/>
              </a:buClr>
              <a:buSzPts val="1600"/>
              <a:buNone/>
              <a:defRPr sz="1600"/>
            </a:lvl1pPr>
            <a:lvl2pPr indent="-228600" lvl="1" marL="914400" algn="l">
              <a:lnSpc>
                <a:spcPct val="90000"/>
              </a:lnSpc>
              <a:spcBef>
                <a:spcPts val="500"/>
              </a:spcBef>
              <a:spcAft>
                <a:spcPts val="0"/>
              </a:spcAft>
              <a:buClr>
                <a:schemeClr val="dk1"/>
              </a:buClr>
              <a:buSzPts val="1400"/>
              <a:buNone/>
              <a:defRPr sz="1400"/>
            </a:lvl2pPr>
            <a:lvl3pPr indent="-228600" lvl="2" marL="1371600" algn="l">
              <a:lnSpc>
                <a:spcPct val="90000"/>
              </a:lnSpc>
              <a:spcBef>
                <a:spcPts val="500"/>
              </a:spcBef>
              <a:spcAft>
                <a:spcPts val="0"/>
              </a:spcAft>
              <a:buClr>
                <a:schemeClr val="dk1"/>
              </a:buClr>
              <a:buSzPts val="1200"/>
              <a:buNone/>
              <a:defRPr sz="1200"/>
            </a:lvl3pPr>
            <a:lvl4pPr indent="-228600" lvl="3" marL="1828800" algn="l">
              <a:lnSpc>
                <a:spcPct val="90000"/>
              </a:lnSpc>
              <a:spcBef>
                <a:spcPts val="500"/>
              </a:spcBef>
              <a:spcAft>
                <a:spcPts val="0"/>
              </a:spcAft>
              <a:buClr>
                <a:schemeClr val="dk1"/>
              </a:buClr>
              <a:buSzPts val="1000"/>
              <a:buNone/>
              <a:defRPr sz="1000"/>
            </a:lvl4pPr>
            <a:lvl5pPr indent="-228600" lvl="4" marL="2286000" algn="l">
              <a:lnSpc>
                <a:spcPct val="90000"/>
              </a:lnSpc>
              <a:spcBef>
                <a:spcPts val="500"/>
              </a:spcBef>
              <a:spcAft>
                <a:spcPts val="0"/>
              </a:spcAft>
              <a:buClr>
                <a:schemeClr val="dk1"/>
              </a:buClr>
              <a:buSzPts val="1000"/>
              <a:buNone/>
              <a:defRPr sz="1000"/>
            </a:lvl5pPr>
            <a:lvl6pPr indent="-228600" lvl="5" marL="2743200" algn="l">
              <a:lnSpc>
                <a:spcPct val="90000"/>
              </a:lnSpc>
              <a:spcBef>
                <a:spcPts val="500"/>
              </a:spcBef>
              <a:spcAft>
                <a:spcPts val="0"/>
              </a:spcAft>
              <a:buClr>
                <a:schemeClr val="dk1"/>
              </a:buClr>
              <a:buSzPts val="1000"/>
              <a:buNone/>
              <a:defRPr sz="1000"/>
            </a:lvl6pPr>
            <a:lvl7pPr indent="-228600" lvl="6" marL="3200400" algn="l">
              <a:lnSpc>
                <a:spcPct val="90000"/>
              </a:lnSpc>
              <a:spcBef>
                <a:spcPts val="500"/>
              </a:spcBef>
              <a:spcAft>
                <a:spcPts val="0"/>
              </a:spcAft>
              <a:buClr>
                <a:schemeClr val="dk1"/>
              </a:buClr>
              <a:buSzPts val="1000"/>
              <a:buNone/>
              <a:defRPr sz="1000"/>
            </a:lvl7pPr>
            <a:lvl8pPr indent="-228600" lvl="7" marL="3657600" algn="l">
              <a:lnSpc>
                <a:spcPct val="90000"/>
              </a:lnSpc>
              <a:spcBef>
                <a:spcPts val="500"/>
              </a:spcBef>
              <a:spcAft>
                <a:spcPts val="0"/>
              </a:spcAft>
              <a:buClr>
                <a:schemeClr val="dk1"/>
              </a:buClr>
              <a:buSzPts val="1000"/>
              <a:buNone/>
              <a:defRPr sz="1000"/>
            </a:lvl8pPr>
            <a:lvl9pPr indent="-228600" lvl="8" marL="4114800" algn="l">
              <a:lnSpc>
                <a:spcPct val="90000"/>
              </a:lnSpc>
              <a:spcBef>
                <a:spcPts val="500"/>
              </a:spcBef>
              <a:spcAft>
                <a:spcPts val="0"/>
              </a:spcAft>
              <a:buClr>
                <a:schemeClr val="dk1"/>
              </a:buClr>
              <a:buSzPts val="1000"/>
              <a:buNone/>
              <a:defRPr sz="1000"/>
            </a:lvl9pPr>
          </a:lstStyle>
          <a:p/>
        </p:txBody>
      </p:sp>
      <p:sp>
        <p:nvSpPr>
          <p:cNvPr id="120" name="Google Shape;120;g311fd835375_0_601"/>
          <p:cNvSpPr txBox="1"/>
          <p:nvPr>
            <p:ph idx="10" type="dt"/>
          </p:nvPr>
        </p:nvSpPr>
        <p:spPr>
          <a:xfrm>
            <a:off x="838200" y="6356350"/>
            <a:ext cx="2743200" cy="36510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21" name="Google Shape;121;g311fd835375_0_601"/>
          <p:cNvSpPr txBox="1"/>
          <p:nvPr>
            <p:ph idx="11" type="ftr"/>
          </p:nvPr>
        </p:nvSpPr>
        <p:spPr>
          <a:xfrm>
            <a:off x="4038600" y="6356350"/>
            <a:ext cx="4114800" cy="365100"/>
          </a:xfrm>
          <a:prstGeom prst="rect">
            <a:avLst/>
          </a:prstGeom>
          <a:noFill/>
          <a:ln>
            <a:noFill/>
          </a:ln>
        </p:spPr>
        <p:txBody>
          <a:bodyPr anchorCtr="0" anchor="ctr" bIns="45700" lIns="91425" spcFirstLastPara="1" rIns="91425" wrap="square" tIns="4570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22" name="Google Shape;122;g311fd835375_0_601"/>
          <p:cNvSpPr txBox="1"/>
          <p:nvPr>
            <p:ph idx="12" type="sldNum"/>
          </p:nvPr>
        </p:nvSpPr>
        <p:spPr>
          <a:xfrm>
            <a:off x="8610600" y="6356350"/>
            <a:ext cx="2743200" cy="365100"/>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0000"/>
              </a:buClr>
              <a:buSzPts val="1200"/>
              <a:buFont typeface="Arial"/>
              <a:buNone/>
              <a:defRPr b="0" i="0" sz="1200" u="none" cap="none" strike="noStrike">
                <a:solidFill>
                  <a:srgbClr val="757575"/>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200"/>
              <a:buFont typeface="Arial"/>
              <a:buNone/>
              <a:defRPr b="0" i="0" sz="1200" u="none" cap="none" strike="noStrike">
                <a:solidFill>
                  <a:srgbClr val="757575"/>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200"/>
              <a:buFont typeface="Arial"/>
              <a:buNone/>
              <a:defRPr b="0" i="0" sz="1200" u="none" cap="none" strike="noStrike">
                <a:solidFill>
                  <a:srgbClr val="757575"/>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200"/>
              <a:buFont typeface="Arial"/>
              <a:buNone/>
              <a:defRPr b="0" i="0" sz="1200" u="none" cap="none" strike="noStrike">
                <a:solidFill>
                  <a:srgbClr val="757575"/>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200"/>
              <a:buFont typeface="Arial"/>
              <a:buNone/>
              <a:defRPr b="0" i="0" sz="1200" u="none" cap="none" strike="noStrike">
                <a:solidFill>
                  <a:srgbClr val="757575"/>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200"/>
              <a:buFont typeface="Arial"/>
              <a:buNone/>
              <a:defRPr b="0" i="0" sz="1200" u="none" cap="none" strike="noStrike">
                <a:solidFill>
                  <a:srgbClr val="757575"/>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200"/>
              <a:buFont typeface="Arial"/>
              <a:buNone/>
              <a:defRPr b="0" i="0" sz="1200" u="none" cap="none" strike="noStrike">
                <a:solidFill>
                  <a:srgbClr val="757575"/>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200"/>
              <a:buFont typeface="Arial"/>
              <a:buNone/>
              <a:defRPr b="0" i="0" sz="1200" u="none" cap="none" strike="noStrike">
                <a:solidFill>
                  <a:srgbClr val="757575"/>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200"/>
              <a:buFont typeface="Arial"/>
              <a:buNone/>
              <a:defRPr b="0" i="0" sz="1200" u="none" cap="none" strike="noStrike">
                <a:solidFill>
                  <a:srgbClr val="757575"/>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Vertical Text" type="vertTx">
  <p:cSld name="VERTICAL_TEXT">
    <p:spTree>
      <p:nvGrpSpPr>
        <p:cNvPr id="123" name="Shape 123"/>
        <p:cNvGrpSpPr/>
        <p:nvPr/>
      </p:nvGrpSpPr>
      <p:grpSpPr>
        <a:xfrm>
          <a:off x="0" y="0"/>
          <a:ext cx="0" cy="0"/>
          <a:chOff x="0" y="0"/>
          <a:chExt cx="0" cy="0"/>
        </a:xfrm>
      </p:grpSpPr>
      <p:sp>
        <p:nvSpPr>
          <p:cNvPr id="124" name="Google Shape;124;g311fd835375_0_608"/>
          <p:cNvSpPr txBox="1"/>
          <p:nvPr>
            <p:ph type="title"/>
          </p:nvPr>
        </p:nvSpPr>
        <p:spPr>
          <a:xfrm>
            <a:off x="838200" y="365125"/>
            <a:ext cx="10515600" cy="1325700"/>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25" name="Google Shape;125;g311fd835375_0_608"/>
          <p:cNvSpPr txBox="1"/>
          <p:nvPr>
            <p:ph idx="1" type="body"/>
          </p:nvPr>
        </p:nvSpPr>
        <p:spPr>
          <a:xfrm rot="5400000">
            <a:off x="3920400" y="-1256575"/>
            <a:ext cx="4351200" cy="10515600"/>
          </a:xfrm>
          <a:prstGeom prst="rect">
            <a:avLst/>
          </a:prstGeom>
          <a:noFill/>
          <a:ln>
            <a:noFill/>
          </a:ln>
        </p:spPr>
        <p:txBody>
          <a:bodyPr anchorCtr="0" anchor="t" bIns="45700" lIns="91425" spcFirstLastPara="1" rIns="91425" wrap="square" tIns="45700">
            <a:normAutofit/>
          </a:bodyPr>
          <a:lstStyle>
            <a:lvl1pPr indent="-342900" lvl="0" marL="457200" algn="l">
              <a:lnSpc>
                <a:spcPct val="90000"/>
              </a:lnSpc>
              <a:spcBef>
                <a:spcPts val="1000"/>
              </a:spcBef>
              <a:spcAft>
                <a:spcPts val="0"/>
              </a:spcAft>
              <a:buClr>
                <a:schemeClr val="dk1"/>
              </a:buClr>
              <a:buSzPts val="1800"/>
              <a:buChar char="•"/>
              <a:defRPr/>
            </a:lvl1pPr>
            <a:lvl2pPr indent="-342900" lvl="1" marL="914400" algn="l">
              <a:lnSpc>
                <a:spcPct val="90000"/>
              </a:lnSpc>
              <a:spcBef>
                <a:spcPts val="500"/>
              </a:spcBef>
              <a:spcAft>
                <a:spcPts val="0"/>
              </a:spcAft>
              <a:buClr>
                <a:schemeClr val="dk1"/>
              </a:buClr>
              <a:buSzPts val="1800"/>
              <a:buChar char="•"/>
              <a:defRPr/>
            </a:lvl2pPr>
            <a:lvl3pPr indent="-342900" lvl="2" marL="1371600" algn="l">
              <a:lnSpc>
                <a:spcPct val="90000"/>
              </a:lnSpc>
              <a:spcBef>
                <a:spcPts val="500"/>
              </a:spcBef>
              <a:spcAft>
                <a:spcPts val="0"/>
              </a:spcAft>
              <a:buClr>
                <a:schemeClr val="dk1"/>
              </a:buClr>
              <a:buSzPts val="1800"/>
              <a:buChar char="•"/>
              <a:defRPr/>
            </a:lvl3pPr>
            <a:lvl4pPr indent="-342900" lvl="3" marL="1828800" algn="l">
              <a:lnSpc>
                <a:spcPct val="90000"/>
              </a:lnSpc>
              <a:spcBef>
                <a:spcPts val="500"/>
              </a:spcBef>
              <a:spcAft>
                <a:spcPts val="0"/>
              </a:spcAft>
              <a:buClr>
                <a:schemeClr val="dk1"/>
              </a:buClr>
              <a:buSzPts val="1800"/>
              <a:buChar char="•"/>
              <a:defRPr/>
            </a:lvl4pPr>
            <a:lvl5pPr indent="-342900" lvl="4" marL="2286000" algn="l">
              <a:lnSpc>
                <a:spcPct val="90000"/>
              </a:lnSpc>
              <a:spcBef>
                <a:spcPts val="500"/>
              </a:spcBef>
              <a:spcAft>
                <a:spcPts val="0"/>
              </a:spcAft>
              <a:buClr>
                <a:schemeClr val="dk1"/>
              </a:buClr>
              <a:buSzPts val="1800"/>
              <a:buChar char="•"/>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
        <p:nvSpPr>
          <p:cNvPr id="126" name="Google Shape;126;g311fd835375_0_608"/>
          <p:cNvSpPr txBox="1"/>
          <p:nvPr>
            <p:ph idx="10" type="dt"/>
          </p:nvPr>
        </p:nvSpPr>
        <p:spPr>
          <a:xfrm>
            <a:off x="838200" y="6356350"/>
            <a:ext cx="2743200" cy="36510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27" name="Google Shape;127;g311fd835375_0_608"/>
          <p:cNvSpPr txBox="1"/>
          <p:nvPr>
            <p:ph idx="11" type="ftr"/>
          </p:nvPr>
        </p:nvSpPr>
        <p:spPr>
          <a:xfrm>
            <a:off x="4038600" y="6356350"/>
            <a:ext cx="4114800" cy="365100"/>
          </a:xfrm>
          <a:prstGeom prst="rect">
            <a:avLst/>
          </a:prstGeom>
          <a:noFill/>
          <a:ln>
            <a:noFill/>
          </a:ln>
        </p:spPr>
        <p:txBody>
          <a:bodyPr anchorCtr="0" anchor="ctr" bIns="45700" lIns="91425" spcFirstLastPara="1" rIns="91425" wrap="square" tIns="4570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28" name="Google Shape;128;g311fd835375_0_608"/>
          <p:cNvSpPr txBox="1"/>
          <p:nvPr>
            <p:ph idx="12" type="sldNum"/>
          </p:nvPr>
        </p:nvSpPr>
        <p:spPr>
          <a:xfrm>
            <a:off x="8610600" y="6356350"/>
            <a:ext cx="2743200" cy="365100"/>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0000"/>
              </a:buClr>
              <a:buSzPts val="1200"/>
              <a:buFont typeface="Arial"/>
              <a:buNone/>
              <a:defRPr b="0" i="0" sz="1200" u="none" cap="none" strike="noStrike">
                <a:solidFill>
                  <a:srgbClr val="757575"/>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200"/>
              <a:buFont typeface="Arial"/>
              <a:buNone/>
              <a:defRPr b="0" i="0" sz="1200" u="none" cap="none" strike="noStrike">
                <a:solidFill>
                  <a:srgbClr val="757575"/>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200"/>
              <a:buFont typeface="Arial"/>
              <a:buNone/>
              <a:defRPr b="0" i="0" sz="1200" u="none" cap="none" strike="noStrike">
                <a:solidFill>
                  <a:srgbClr val="757575"/>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200"/>
              <a:buFont typeface="Arial"/>
              <a:buNone/>
              <a:defRPr b="0" i="0" sz="1200" u="none" cap="none" strike="noStrike">
                <a:solidFill>
                  <a:srgbClr val="757575"/>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200"/>
              <a:buFont typeface="Arial"/>
              <a:buNone/>
              <a:defRPr b="0" i="0" sz="1200" u="none" cap="none" strike="noStrike">
                <a:solidFill>
                  <a:srgbClr val="757575"/>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200"/>
              <a:buFont typeface="Arial"/>
              <a:buNone/>
              <a:defRPr b="0" i="0" sz="1200" u="none" cap="none" strike="noStrike">
                <a:solidFill>
                  <a:srgbClr val="757575"/>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200"/>
              <a:buFont typeface="Arial"/>
              <a:buNone/>
              <a:defRPr b="0" i="0" sz="1200" u="none" cap="none" strike="noStrike">
                <a:solidFill>
                  <a:srgbClr val="757575"/>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200"/>
              <a:buFont typeface="Arial"/>
              <a:buNone/>
              <a:defRPr b="0" i="0" sz="1200" u="none" cap="none" strike="noStrike">
                <a:solidFill>
                  <a:srgbClr val="757575"/>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200"/>
              <a:buFont typeface="Arial"/>
              <a:buNone/>
              <a:defRPr b="0" i="0" sz="1200" u="none" cap="none" strike="noStrike">
                <a:solidFill>
                  <a:srgbClr val="757575"/>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Vertical Title and Text" type="vertTitleAndTx">
  <p:cSld name="VERTICAL_TITLE_AND_VERTICAL_TEXT">
    <p:spTree>
      <p:nvGrpSpPr>
        <p:cNvPr id="129" name="Shape 129"/>
        <p:cNvGrpSpPr/>
        <p:nvPr/>
      </p:nvGrpSpPr>
      <p:grpSpPr>
        <a:xfrm>
          <a:off x="0" y="0"/>
          <a:ext cx="0" cy="0"/>
          <a:chOff x="0" y="0"/>
          <a:chExt cx="0" cy="0"/>
        </a:xfrm>
      </p:grpSpPr>
      <p:sp>
        <p:nvSpPr>
          <p:cNvPr id="130" name="Google Shape;130;g311fd835375_0_614"/>
          <p:cNvSpPr txBox="1"/>
          <p:nvPr>
            <p:ph type="title"/>
          </p:nvPr>
        </p:nvSpPr>
        <p:spPr>
          <a:xfrm rot="5400000">
            <a:off x="7133400" y="1956625"/>
            <a:ext cx="5811900" cy="2628900"/>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31" name="Google Shape;131;g311fd835375_0_614"/>
          <p:cNvSpPr txBox="1"/>
          <p:nvPr>
            <p:ph idx="1" type="body"/>
          </p:nvPr>
        </p:nvSpPr>
        <p:spPr>
          <a:xfrm rot="5400000">
            <a:off x="1799400" y="-596075"/>
            <a:ext cx="5811900" cy="7734300"/>
          </a:xfrm>
          <a:prstGeom prst="rect">
            <a:avLst/>
          </a:prstGeom>
          <a:noFill/>
          <a:ln>
            <a:noFill/>
          </a:ln>
        </p:spPr>
        <p:txBody>
          <a:bodyPr anchorCtr="0" anchor="t" bIns="45700" lIns="91425" spcFirstLastPara="1" rIns="91425" wrap="square" tIns="45700">
            <a:normAutofit/>
          </a:bodyPr>
          <a:lstStyle>
            <a:lvl1pPr indent="-342900" lvl="0" marL="457200" algn="l">
              <a:lnSpc>
                <a:spcPct val="90000"/>
              </a:lnSpc>
              <a:spcBef>
                <a:spcPts val="1000"/>
              </a:spcBef>
              <a:spcAft>
                <a:spcPts val="0"/>
              </a:spcAft>
              <a:buClr>
                <a:schemeClr val="dk1"/>
              </a:buClr>
              <a:buSzPts val="1800"/>
              <a:buChar char="•"/>
              <a:defRPr/>
            </a:lvl1pPr>
            <a:lvl2pPr indent="-342900" lvl="1" marL="914400" algn="l">
              <a:lnSpc>
                <a:spcPct val="90000"/>
              </a:lnSpc>
              <a:spcBef>
                <a:spcPts val="500"/>
              </a:spcBef>
              <a:spcAft>
                <a:spcPts val="0"/>
              </a:spcAft>
              <a:buClr>
                <a:schemeClr val="dk1"/>
              </a:buClr>
              <a:buSzPts val="1800"/>
              <a:buChar char="•"/>
              <a:defRPr/>
            </a:lvl2pPr>
            <a:lvl3pPr indent="-342900" lvl="2" marL="1371600" algn="l">
              <a:lnSpc>
                <a:spcPct val="90000"/>
              </a:lnSpc>
              <a:spcBef>
                <a:spcPts val="500"/>
              </a:spcBef>
              <a:spcAft>
                <a:spcPts val="0"/>
              </a:spcAft>
              <a:buClr>
                <a:schemeClr val="dk1"/>
              </a:buClr>
              <a:buSzPts val="1800"/>
              <a:buChar char="•"/>
              <a:defRPr/>
            </a:lvl3pPr>
            <a:lvl4pPr indent="-342900" lvl="3" marL="1828800" algn="l">
              <a:lnSpc>
                <a:spcPct val="90000"/>
              </a:lnSpc>
              <a:spcBef>
                <a:spcPts val="500"/>
              </a:spcBef>
              <a:spcAft>
                <a:spcPts val="0"/>
              </a:spcAft>
              <a:buClr>
                <a:schemeClr val="dk1"/>
              </a:buClr>
              <a:buSzPts val="1800"/>
              <a:buChar char="•"/>
              <a:defRPr/>
            </a:lvl4pPr>
            <a:lvl5pPr indent="-342900" lvl="4" marL="2286000" algn="l">
              <a:lnSpc>
                <a:spcPct val="90000"/>
              </a:lnSpc>
              <a:spcBef>
                <a:spcPts val="500"/>
              </a:spcBef>
              <a:spcAft>
                <a:spcPts val="0"/>
              </a:spcAft>
              <a:buClr>
                <a:schemeClr val="dk1"/>
              </a:buClr>
              <a:buSzPts val="1800"/>
              <a:buChar char="•"/>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
        <p:nvSpPr>
          <p:cNvPr id="132" name="Google Shape;132;g311fd835375_0_614"/>
          <p:cNvSpPr txBox="1"/>
          <p:nvPr>
            <p:ph idx="10" type="dt"/>
          </p:nvPr>
        </p:nvSpPr>
        <p:spPr>
          <a:xfrm>
            <a:off x="838200" y="6356350"/>
            <a:ext cx="2743200" cy="36510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33" name="Google Shape;133;g311fd835375_0_614"/>
          <p:cNvSpPr txBox="1"/>
          <p:nvPr>
            <p:ph idx="11" type="ftr"/>
          </p:nvPr>
        </p:nvSpPr>
        <p:spPr>
          <a:xfrm>
            <a:off x="4038600" y="6356350"/>
            <a:ext cx="4114800" cy="365100"/>
          </a:xfrm>
          <a:prstGeom prst="rect">
            <a:avLst/>
          </a:prstGeom>
          <a:noFill/>
          <a:ln>
            <a:noFill/>
          </a:ln>
        </p:spPr>
        <p:txBody>
          <a:bodyPr anchorCtr="0" anchor="ctr" bIns="45700" lIns="91425" spcFirstLastPara="1" rIns="91425" wrap="square" tIns="4570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34" name="Google Shape;134;g311fd835375_0_614"/>
          <p:cNvSpPr txBox="1"/>
          <p:nvPr>
            <p:ph idx="12" type="sldNum"/>
          </p:nvPr>
        </p:nvSpPr>
        <p:spPr>
          <a:xfrm>
            <a:off x="8610600" y="6356350"/>
            <a:ext cx="2743200" cy="365100"/>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0000"/>
              </a:buClr>
              <a:buSzPts val="1200"/>
              <a:buFont typeface="Arial"/>
              <a:buNone/>
              <a:defRPr b="0" i="0" sz="1200" u="none" cap="none" strike="noStrike">
                <a:solidFill>
                  <a:srgbClr val="757575"/>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200"/>
              <a:buFont typeface="Arial"/>
              <a:buNone/>
              <a:defRPr b="0" i="0" sz="1200" u="none" cap="none" strike="noStrike">
                <a:solidFill>
                  <a:srgbClr val="757575"/>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200"/>
              <a:buFont typeface="Arial"/>
              <a:buNone/>
              <a:defRPr b="0" i="0" sz="1200" u="none" cap="none" strike="noStrike">
                <a:solidFill>
                  <a:srgbClr val="757575"/>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200"/>
              <a:buFont typeface="Arial"/>
              <a:buNone/>
              <a:defRPr b="0" i="0" sz="1200" u="none" cap="none" strike="noStrike">
                <a:solidFill>
                  <a:srgbClr val="757575"/>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200"/>
              <a:buFont typeface="Arial"/>
              <a:buNone/>
              <a:defRPr b="0" i="0" sz="1200" u="none" cap="none" strike="noStrike">
                <a:solidFill>
                  <a:srgbClr val="757575"/>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200"/>
              <a:buFont typeface="Arial"/>
              <a:buNone/>
              <a:defRPr b="0" i="0" sz="1200" u="none" cap="none" strike="noStrike">
                <a:solidFill>
                  <a:srgbClr val="757575"/>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200"/>
              <a:buFont typeface="Arial"/>
              <a:buNone/>
              <a:defRPr b="0" i="0" sz="1200" u="none" cap="none" strike="noStrike">
                <a:solidFill>
                  <a:srgbClr val="757575"/>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200"/>
              <a:buFont typeface="Arial"/>
              <a:buNone/>
              <a:defRPr b="0" i="0" sz="1200" u="none" cap="none" strike="noStrike">
                <a:solidFill>
                  <a:srgbClr val="757575"/>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200"/>
              <a:buFont typeface="Arial"/>
              <a:buNone/>
              <a:defRPr b="0" i="0" sz="1200" u="none" cap="none" strike="noStrike">
                <a:solidFill>
                  <a:srgbClr val="757575"/>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1" Type="http://schemas.openxmlformats.org/officeDocument/2006/relationships/slideLayout" Target="../slideLayouts/slideLayout11.xml"/><Relationship Id="rId10" Type="http://schemas.openxmlformats.org/officeDocument/2006/relationships/slideLayout" Target="../slideLayouts/slideLayout10.xml"/><Relationship Id="rId13" Type="http://schemas.openxmlformats.org/officeDocument/2006/relationships/theme" Target="../theme/theme1.xml"/><Relationship Id="rId12" Type="http://schemas.openxmlformats.org/officeDocument/2006/relationships/slideLayout" Target="../slideLayouts/slideLayout12.xml"/><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_rels/slideMaster2.xml.rels><?xml version="1.0" encoding="UTF-8" standalone="yes"?><Relationships xmlns="http://schemas.openxmlformats.org/package/2006/relationships"><Relationship Id="rId11" Type="http://schemas.openxmlformats.org/officeDocument/2006/relationships/slideLayout" Target="../slideLayouts/slideLayout23.xml"/><Relationship Id="rId10" Type="http://schemas.openxmlformats.org/officeDocument/2006/relationships/slideLayout" Target="../slideLayouts/slideLayout22.xml"/><Relationship Id="rId12" Type="http://schemas.openxmlformats.org/officeDocument/2006/relationships/theme" Target="../theme/theme2.xml"/><Relationship Id="rId1" Type="http://schemas.openxmlformats.org/officeDocument/2006/relationships/slideLayout" Target="../slideLayouts/slideLayout13.xml"/><Relationship Id="rId2" Type="http://schemas.openxmlformats.org/officeDocument/2006/relationships/slideLayout" Target="../slideLayouts/slideLayout14.xml"/><Relationship Id="rId3" Type="http://schemas.openxmlformats.org/officeDocument/2006/relationships/slideLayout" Target="../slideLayouts/slideLayout15.xml"/><Relationship Id="rId4" Type="http://schemas.openxmlformats.org/officeDocument/2006/relationships/slideLayout" Target="../slideLayouts/slideLayout16.xml"/><Relationship Id="rId9" Type="http://schemas.openxmlformats.org/officeDocument/2006/relationships/slideLayout" Target="../slideLayouts/slideLayout21.xml"/><Relationship Id="rId5" Type="http://schemas.openxmlformats.org/officeDocument/2006/relationships/slideLayout" Target="../slideLayouts/slideLayout17.xml"/><Relationship Id="rId6" Type="http://schemas.openxmlformats.org/officeDocument/2006/relationships/slideLayout" Target="../slideLayouts/slideLayout18.xml"/><Relationship Id="rId7" Type="http://schemas.openxmlformats.org/officeDocument/2006/relationships/slideLayout" Target="../slideLayouts/slideLayout19.xml"/><Relationship Id="rId8" Type="http://schemas.openxmlformats.org/officeDocument/2006/relationships/slideLayout" Target="../slideLayouts/slideLayout20.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lt1"/>
        </a:solidFill>
      </p:bgPr>
    </p:bg>
    <p:spTree>
      <p:nvGrpSpPr>
        <p:cNvPr id="9" name="Shape 9"/>
        <p:cNvGrpSpPr/>
        <p:nvPr/>
      </p:nvGrpSpPr>
      <p:grpSpPr>
        <a:xfrm>
          <a:off x="0" y="0"/>
          <a:ext cx="0" cy="0"/>
          <a:chOff x="0" y="0"/>
          <a:chExt cx="0" cy="0"/>
        </a:xfrm>
      </p:grpSpPr>
      <p:sp>
        <p:nvSpPr>
          <p:cNvPr id="10" name="Google Shape;10;g311fd835375_0_85"/>
          <p:cNvSpPr txBox="1"/>
          <p:nvPr>
            <p:ph type="title"/>
          </p:nvPr>
        </p:nvSpPr>
        <p:spPr>
          <a:xfrm>
            <a:off x="415600" y="593367"/>
            <a:ext cx="11360700" cy="763500"/>
          </a:xfrm>
          <a:prstGeom prst="rect">
            <a:avLst/>
          </a:prstGeom>
          <a:noFill/>
          <a:ln>
            <a:noFill/>
          </a:ln>
        </p:spPr>
        <p:txBody>
          <a:bodyPr anchorCtr="0" anchor="t" bIns="121900" lIns="121900" spcFirstLastPara="1" rIns="121900" wrap="square" tIns="121900">
            <a:normAutofit/>
          </a:bodyPr>
          <a:lstStyle>
            <a:lvl1pPr lvl="0" marR="0" rtl="0" algn="l">
              <a:lnSpc>
                <a:spcPct val="100000"/>
              </a:lnSpc>
              <a:spcBef>
                <a:spcPts val="0"/>
              </a:spcBef>
              <a:spcAft>
                <a:spcPts val="0"/>
              </a:spcAft>
              <a:buClr>
                <a:schemeClr val="dk1"/>
              </a:buClr>
              <a:buSzPts val="3700"/>
              <a:buFont typeface="Arial"/>
              <a:buNone/>
              <a:defRPr b="0" i="0" sz="3700" u="none" cap="none" strike="noStrike">
                <a:solidFill>
                  <a:schemeClr val="dk1"/>
                </a:solidFill>
                <a:latin typeface="Arial"/>
                <a:ea typeface="Arial"/>
                <a:cs typeface="Arial"/>
                <a:sym typeface="Arial"/>
              </a:defRPr>
            </a:lvl1pPr>
            <a:lvl2pPr lvl="1" marR="0" rtl="0" algn="l">
              <a:lnSpc>
                <a:spcPct val="100000"/>
              </a:lnSpc>
              <a:spcBef>
                <a:spcPts val="0"/>
              </a:spcBef>
              <a:spcAft>
                <a:spcPts val="0"/>
              </a:spcAft>
              <a:buClr>
                <a:schemeClr val="dk1"/>
              </a:buClr>
              <a:buSzPts val="3700"/>
              <a:buFont typeface="Arial"/>
              <a:buNone/>
              <a:defRPr b="0" i="0" sz="3700" u="none" cap="none" strike="noStrike">
                <a:solidFill>
                  <a:schemeClr val="dk1"/>
                </a:solidFill>
                <a:latin typeface="Arial"/>
                <a:ea typeface="Arial"/>
                <a:cs typeface="Arial"/>
                <a:sym typeface="Arial"/>
              </a:defRPr>
            </a:lvl2pPr>
            <a:lvl3pPr lvl="2" marR="0" rtl="0" algn="l">
              <a:lnSpc>
                <a:spcPct val="100000"/>
              </a:lnSpc>
              <a:spcBef>
                <a:spcPts val="0"/>
              </a:spcBef>
              <a:spcAft>
                <a:spcPts val="0"/>
              </a:spcAft>
              <a:buClr>
                <a:schemeClr val="dk1"/>
              </a:buClr>
              <a:buSzPts val="3700"/>
              <a:buFont typeface="Arial"/>
              <a:buNone/>
              <a:defRPr b="0" i="0" sz="3700" u="none" cap="none" strike="noStrike">
                <a:solidFill>
                  <a:schemeClr val="dk1"/>
                </a:solidFill>
                <a:latin typeface="Arial"/>
                <a:ea typeface="Arial"/>
                <a:cs typeface="Arial"/>
                <a:sym typeface="Arial"/>
              </a:defRPr>
            </a:lvl3pPr>
            <a:lvl4pPr lvl="3" marR="0" rtl="0" algn="l">
              <a:lnSpc>
                <a:spcPct val="100000"/>
              </a:lnSpc>
              <a:spcBef>
                <a:spcPts val="0"/>
              </a:spcBef>
              <a:spcAft>
                <a:spcPts val="0"/>
              </a:spcAft>
              <a:buClr>
                <a:schemeClr val="dk1"/>
              </a:buClr>
              <a:buSzPts val="3700"/>
              <a:buFont typeface="Arial"/>
              <a:buNone/>
              <a:defRPr b="0" i="0" sz="3700" u="none" cap="none" strike="noStrike">
                <a:solidFill>
                  <a:schemeClr val="dk1"/>
                </a:solidFill>
                <a:latin typeface="Arial"/>
                <a:ea typeface="Arial"/>
                <a:cs typeface="Arial"/>
                <a:sym typeface="Arial"/>
              </a:defRPr>
            </a:lvl4pPr>
            <a:lvl5pPr lvl="4" marR="0" rtl="0" algn="l">
              <a:lnSpc>
                <a:spcPct val="100000"/>
              </a:lnSpc>
              <a:spcBef>
                <a:spcPts val="0"/>
              </a:spcBef>
              <a:spcAft>
                <a:spcPts val="0"/>
              </a:spcAft>
              <a:buClr>
                <a:schemeClr val="dk1"/>
              </a:buClr>
              <a:buSzPts val="3700"/>
              <a:buFont typeface="Arial"/>
              <a:buNone/>
              <a:defRPr b="0" i="0" sz="3700" u="none" cap="none" strike="noStrike">
                <a:solidFill>
                  <a:schemeClr val="dk1"/>
                </a:solidFill>
                <a:latin typeface="Arial"/>
                <a:ea typeface="Arial"/>
                <a:cs typeface="Arial"/>
                <a:sym typeface="Arial"/>
              </a:defRPr>
            </a:lvl5pPr>
            <a:lvl6pPr lvl="5" marR="0" rtl="0" algn="l">
              <a:lnSpc>
                <a:spcPct val="100000"/>
              </a:lnSpc>
              <a:spcBef>
                <a:spcPts val="0"/>
              </a:spcBef>
              <a:spcAft>
                <a:spcPts val="0"/>
              </a:spcAft>
              <a:buClr>
                <a:schemeClr val="dk1"/>
              </a:buClr>
              <a:buSzPts val="3700"/>
              <a:buFont typeface="Arial"/>
              <a:buNone/>
              <a:defRPr b="0" i="0" sz="3700" u="none" cap="none" strike="noStrike">
                <a:solidFill>
                  <a:schemeClr val="dk1"/>
                </a:solidFill>
                <a:latin typeface="Arial"/>
                <a:ea typeface="Arial"/>
                <a:cs typeface="Arial"/>
                <a:sym typeface="Arial"/>
              </a:defRPr>
            </a:lvl6pPr>
            <a:lvl7pPr lvl="6" marR="0" rtl="0" algn="l">
              <a:lnSpc>
                <a:spcPct val="100000"/>
              </a:lnSpc>
              <a:spcBef>
                <a:spcPts val="0"/>
              </a:spcBef>
              <a:spcAft>
                <a:spcPts val="0"/>
              </a:spcAft>
              <a:buClr>
                <a:schemeClr val="dk1"/>
              </a:buClr>
              <a:buSzPts val="3700"/>
              <a:buFont typeface="Arial"/>
              <a:buNone/>
              <a:defRPr b="0" i="0" sz="3700" u="none" cap="none" strike="noStrike">
                <a:solidFill>
                  <a:schemeClr val="dk1"/>
                </a:solidFill>
                <a:latin typeface="Arial"/>
                <a:ea typeface="Arial"/>
                <a:cs typeface="Arial"/>
                <a:sym typeface="Arial"/>
              </a:defRPr>
            </a:lvl7pPr>
            <a:lvl8pPr lvl="7" marR="0" rtl="0" algn="l">
              <a:lnSpc>
                <a:spcPct val="100000"/>
              </a:lnSpc>
              <a:spcBef>
                <a:spcPts val="0"/>
              </a:spcBef>
              <a:spcAft>
                <a:spcPts val="0"/>
              </a:spcAft>
              <a:buClr>
                <a:schemeClr val="dk1"/>
              </a:buClr>
              <a:buSzPts val="3700"/>
              <a:buFont typeface="Arial"/>
              <a:buNone/>
              <a:defRPr b="0" i="0" sz="3700" u="none" cap="none" strike="noStrike">
                <a:solidFill>
                  <a:schemeClr val="dk1"/>
                </a:solidFill>
                <a:latin typeface="Arial"/>
                <a:ea typeface="Arial"/>
                <a:cs typeface="Arial"/>
                <a:sym typeface="Arial"/>
              </a:defRPr>
            </a:lvl8pPr>
            <a:lvl9pPr lvl="8" marR="0" rtl="0" algn="l">
              <a:lnSpc>
                <a:spcPct val="100000"/>
              </a:lnSpc>
              <a:spcBef>
                <a:spcPts val="0"/>
              </a:spcBef>
              <a:spcAft>
                <a:spcPts val="0"/>
              </a:spcAft>
              <a:buClr>
                <a:schemeClr val="dk1"/>
              </a:buClr>
              <a:buSzPts val="3700"/>
              <a:buFont typeface="Arial"/>
              <a:buNone/>
              <a:defRPr b="0" i="0" sz="3700" u="none" cap="none" strike="noStrike">
                <a:solidFill>
                  <a:schemeClr val="dk1"/>
                </a:solidFill>
                <a:latin typeface="Arial"/>
                <a:ea typeface="Arial"/>
                <a:cs typeface="Arial"/>
                <a:sym typeface="Arial"/>
              </a:defRPr>
            </a:lvl9pPr>
          </a:lstStyle>
          <a:p/>
        </p:txBody>
      </p:sp>
      <p:sp>
        <p:nvSpPr>
          <p:cNvPr id="11" name="Google Shape;11;g311fd835375_0_85"/>
          <p:cNvSpPr txBox="1"/>
          <p:nvPr>
            <p:ph idx="1" type="body"/>
          </p:nvPr>
        </p:nvSpPr>
        <p:spPr>
          <a:xfrm>
            <a:off x="415600" y="1536633"/>
            <a:ext cx="11360700" cy="4555200"/>
          </a:xfrm>
          <a:prstGeom prst="rect">
            <a:avLst/>
          </a:prstGeom>
          <a:noFill/>
          <a:ln>
            <a:noFill/>
          </a:ln>
        </p:spPr>
        <p:txBody>
          <a:bodyPr anchorCtr="0" anchor="t" bIns="121900" lIns="121900" spcFirstLastPara="1" rIns="121900" wrap="square" tIns="121900">
            <a:normAutofit/>
          </a:bodyPr>
          <a:lstStyle>
            <a:lvl1pPr indent="-381000" lvl="0" marL="457200" marR="0" rtl="0" algn="l">
              <a:lnSpc>
                <a:spcPct val="115000"/>
              </a:lnSpc>
              <a:spcBef>
                <a:spcPts val="0"/>
              </a:spcBef>
              <a:spcAft>
                <a:spcPts val="0"/>
              </a:spcAft>
              <a:buClr>
                <a:schemeClr val="dk2"/>
              </a:buClr>
              <a:buSzPts val="2400"/>
              <a:buFont typeface="Arial"/>
              <a:buChar char="●"/>
              <a:defRPr b="0" i="0" sz="2400" u="none" cap="none" strike="noStrike">
                <a:solidFill>
                  <a:schemeClr val="dk2"/>
                </a:solidFill>
                <a:latin typeface="Arial"/>
                <a:ea typeface="Arial"/>
                <a:cs typeface="Arial"/>
                <a:sym typeface="Arial"/>
              </a:defRPr>
            </a:lvl1pPr>
            <a:lvl2pPr indent="-349250" lvl="1" marL="914400" marR="0" rtl="0" algn="l">
              <a:lnSpc>
                <a:spcPct val="115000"/>
              </a:lnSpc>
              <a:spcBef>
                <a:spcPts val="0"/>
              </a:spcBef>
              <a:spcAft>
                <a:spcPts val="0"/>
              </a:spcAft>
              <a:buClr>
                <a:schemeClr val="dk2"/>
              </a:buClr>
              <a:buSzPts val="1900"/>
              <a:buFont typeface="Arial"/>
              <a:buChar char="○"/>
              <a:defRPr b="0" i="0" sz="1900" u="none" cap="none" strike="noStrike">
                <a:solidFill>
                  <a:schemeClr val="dk2"/>
                </a:solidFill>
                <a:latin typeface="Arial"/>
                <a:ea typeface="Arial"/>
                <a:cs typeface="Arial"/>
                <a:sym typeface="Arial"/>
              </a:defRPr>
            </a:lvl2pPr>
            <a:lvl3pPr indent="-349250" lvl="2" marL="1371600" marR="0" rtl="0" algn="l">
              <a:lnSpc>
                <a:spcPct val="115000"/>
              </a:lnSpc>
              <a:spcBef>
                <a:spcPts val="0"/>
              </a:spcBef>
              <a:spcAft>
                <a:spcPts val="0"/>
              </a:spcAft>
              <a:buClr>
                <a:schemeClr val="dk2"/>
              </a:buClr>
              <a:buSzPts val="1900"/>
              <a:buFont typeface="Arial"/>
              <a:buChar char="■"/>
              <a:defRPr b="0" i="0" sz="1900" u="none" cap="none" strike="noStrike">
                <a:solidFill>
                  <a:schemeClr val="dk2"/>
                </a:solidFill>
                <a:latin typeface="Arial"/>
                <a:ea typeface="Arial"/>
                <a:cs typeface="Arial"/>
                <a:sym typeface="Arial"/>
              </a:defRPr>
            </a:lvl3pPr>
            <a:lvl4pPr indent="-349250" lvl="3" marL="1828800" marR="0" rtl="0" algn="l">
              <a:lnSpc>
                <a:spcPct val="115000"/>
              </a:lnSpc>
              <a:spcBef>
                <a:spcPts val="0"/>
              </a:spcBef>
              <a:spcAft>
                <a:spcPts val="0"/>
              </a:spcAft>
              <a:buClr>
                <a:schemeClr val="dk2"/>
              </a:buClr>
              <a:buSzPts val="1900"/>
              <a:buFont typeface="Arial"/>
              <a:buChar char="●"/>
              <a:defRPr b="0" i="0" sz="1900" u="none" cap="none" strike="noStrike">
                <a:solidFill>
                  <a:schemeClr val="dk2"/>
                </a:solidFill>
                <a:latin typeface="Arial"/>
                <a:ea typeface="Arial"/>
                <a:cs typeface="Arial"/>
                <a:sym typeface="Arial"/>
              </a:defRPr>
            </a:lvl4pPr>
            <a:lvl5pPr indent="-349250" lvl="4" marL="2286000" marR="0" rtl="0" algn="l">
              <a:lnSpc>
                <a:spcPct val="115000"/>
              </a:lnSpc>
              <a:spcBef>
                <a:spcPts val="0"/>
              </a:spcBef>
              <a:spcAft>
                <a:spcPts val="0"/>
              </a:spcAft>
              <a:buClr>
                <a:schemeClr val="dk2"/>
              </a:buClr>
              <a:buSzPts val="1900"/>
              <a:buFont typeface="Arial"/>
              <a:buChar char="○"/>
              <a:defRPr b="0" i="0" sz="1900" u="none" cap="none" strike="noStrike">
                <a:solidFill>
                  <a:schemeClr val="dk2"/>
                </a:solidFill>
                <a:latin typeface="Arial"/>
                <a:ea typeface="Arial"/>
                <a:cs typeface="Arial"/>
                <a:sym typeface="Arial"/>
              </a:defRPr>
            </a:lvl5pPr>
            <a:lvl6pPr indent="-349250" lvl="5" marL="2743200" marR="0" rtl="0" algn="l">
              <a:lnSpc>
                <a:spcPct val="115000"/>
              </a:lnSpc>
              <a:spcBef>
                <a:spcPts val="0"/>
              </a:spcBef>
              <a:spcAft>
                <a:spcPts val="0"/>
              </a:spcAft>
              <a:buClr>
                <a:schemeClr val="dk2"/>
              </a:buClr>
              <a:buSzPts val="1900"/>
              <a:buFont typeface="Arial"/>
              <a:buChar char="■"/>
              <a:defRPr b="0" i="0" sz="1900" u="none" cap="none" strike="noStrike">
                <a:solidFill>
                  <a:schemeClr val="dk2"/>
                </a:solidFill>
                <a:latin typeface="Arial"/>
                <a:ea typeface="Arial"/>
                <a:cs typeface="Arial"/>
                <a:sym typeface="Arial"/>
              </a:defRPr>
            </a:lvl6pPr>
            <a:lvl7pPr indent="-349250" lvl="6" marL="3200400" marR="0" rtl="0" algn="l">
              <a:lnSpc>
                <a:spcPct val="115000"/>
              </a:lnSpc>
              <a:spcBef>
                <a:spcPts val="0"/>
              </a:spcBef>
              <a:spcAft>
                <a:spcPts val="0"/>
              </a:spcAft>
              <a:buClr>
                <a:schemeClr val="dk2"/>
              </a:buClr>
              <a:buSzPts val="1900"/>
              <a:buFont typeface="Arial"/>
              <a:buChar char="●"/>
              <a:defRPr b="0" i="0" sz="1900" u="none" cap="none" strike="noStrike">
                <a:solidFill>
                  <a:schemeClr val="dk2"/>
                </a:solidFill>
                <a:latin typeface="Arial"/>
                <a:ea typeface="Arial"/>
                <a:cs typeface="Arial"/>
                <a:sym typeface="Arial"/>
              </a:defRPr>
            </a:lvl7pPr>
            <a:lvl8pPr indent="-349250" lvl="7" marL="3657600" marR="0" rtl="0" algn="l">
              <a:lnSpc>
                <a:spcPct val="115000"/>
              </a:lnSpc>
              <a:spcBef>
                <a:spcPts val="0"/>
              </a:spcBef>
              <a:spcAft>
                <a:spcPts val="0"/>
              </a:spcAft>
              <a:buClr>
                <a:schemeClr val="dk2"/>
              </a:buClr>
              <a:buSzPts val="1900"/>
              <a:buFont typeface="Arial"/>
              <a:buChar char="○"/>
              <a:defRPr b="0" i="0" sz="1900" u="none" cap="none" strike="noStrike">
                <a:solidFill>
                  <a:schemeClr val="dk2"/>
                </a:solidFill>
                <a:latin typeface="Arial"/>
                <a:ea typeface="Arial"/>
                <a:cs typeface="Arial"/>
                <a:sym typeface="Arial"/>
              </a:defRPr>
            </a:lvl8pPr>
            <a:lvl9pPr indent="-349250" lvl="8" marL="4114800" marR="0" rtl="0" algn="l">
              <a:lnSpc>
                <a:spcPct val="115000"/>
              </a:lnSpc>
              <a:spcBef>
                <a:spcPts val="0"/>
              </a:spcBef>
              <a:spcAft>
                <a:spcPts val="0"/>
              </a:spcAft>
              <a:buClr>
                <a:schemeClr val="dk2"/>
              </a:buClr>
              <a:buSzPts val="1900"/>
              <a:buFont typeface="Arial"/>
              <a:buChar char="■"/>
              <a:defRPr b="0" i="0" sz="1900" u="none" cap="none" strike="noStrike">
                <a:solidFill>
                  <a:schemeClr val="dk2"/>
                </a:solidFill>
                <a:latin typeface="Arial"/>
                <a:ea typeface="Arial"/>
                <a:cs typeface="Arial"/>
                <a:sym typeface="Arial"/>
              </a:defRPr>
            </a:lvl9pPr>
          </a:lstStyle>
          <a:p/>
        </p:txBody>
      </p:sp>
      <p:sp>
        <p:nvSpPr>
          <p:cNvPr id="12" name="Google Shape;12;g311fd835375_0_85"/>
          <p:cNvSpPr txBox="1"/>
          <p:nvPr>
            <p:ph idx="12" type="sldNum"/>
          </p:nvPr>
        </p:nvSpPr>
        <p:spPr>
          <a:xfrm>
            <a:off x="11296610" y="6217622"/>
            <a:ext cx="731700" cy="524700"/>
          </a:xfrm>
          <a:prstGeom prst="rect">
            <a:avLst/>
          </a:prstGeom>
          <a:noFill/>
          <a:ln>
            <a:noFill/>
          </a:ln>
        </p:spPr>
        <p:txBody>
          <a:bodyPr anchorCtr="0" anchor="ctr" bIns="121900" lIns="121900" spcFirstLastPara="1" rIns="121900" wrap="square" tIns="121900">
            <a:normAutofit/>
          </a:bodyPr>
          <a:lstStyle>
            <a:lvl1pPr indent="0" lvl="0" marL="0" marR="0" rtl="0" algn="r">
              <a:lnSpc>
                <a:spcPct val="100000"/>
              </a:lnSpc>
              <a:spcBef>
                <a:spcPts val="0"/>
              </a:spcBef>
              <a:spcAft>
                <a:spcPts val="0"/>
              </a:spcAft>
              <a:buClr>
                <a:srgbClr val="000000"/>
              </a:buClr>
              <a:buSzPts val="1300"/>
              <a:buFont typeface="Arial"/>
              <a:buNone/>
              <a:defRPr b="0" i="0" sz="1300" u="none" cap="none" strike="noStrike">
                <a:solidFill>
                  <a:schemeClr val="dk2"/>
                </a:solidFill>
                <a:latin typeface="Arial"/>
                <a:ea typeface="Arial"/>
                <a:cs typeface="Arial"/>
                <a:sym typeface="Arial"/>
              </a:defRPr>
            </a:lvl1pPr>
            <a:lvl2pPr indent="0" lvl="1" marL="0" marR="0" rtl="0" algn="r">
              <a:lnSpc>
                <a:spcPct val="100000"/>
              </a:lnSpc>
              <a:spcBef>
                <a:spcPts val="0"/>
              </a:spcBef>
              <a:spcAft>
                <a:spcPts val="0"/>
              </a:spcAft>
              <a:buClr>
                <a:srgbClr val="000000"/>
              </a:buClr>
              <a:buSzPts val="1300"/>
              <a:buFont typeface="Arial"/>
              <a:buNone/>
              <a:defRPr b="0" i="0" sz="1300" u="none" cap="none" strike="noStrike">
                <a:solidFill>
                  <a:schemeClr val="dk2"/>
                </a:solidFill>
                <a:latin typeface="Arial"/>
                <a:ea typeface="Arial"/>
                <a:cs typeface="Arial"/>
                <a:sym typeface="Arial"/>
              </a:defRPr>
            </a:lvl2pPr>
            <a:lvl3pPr indent="0" lvl="2" marL="0" marR="0" rtl="0" algn="r">
              <a:lnSpc>
                <a:spcPct val="100000"/>
              </a:lnSpc>
              <a:spcBef>
                <a:spcPts val="0"/>
              </a:spcBef>
              <a:spcAft>
                <a:spcPts val="0"/>
              </a:spcAft>
              <a:buClr>
                <a:srgbClr val="000000"/>
              </a:buClr>
              <a:buSzPts val="1300"/>
              <a:buFont typeface="Arial"/>
              <a:buNone/>
              <a:defRPr b="0" i="0" sz="1300" u="none" cap="none" strike="noStrike">
                <a:solidFill>
                  <a:schemeClr val="dk2"/>
                </a:solidFill>
                <a:latin typeface="Arial"/>
                <a:ea typeface="Arial"/>
                <a:cs typeface="Arial"/>
                <a:sym typeface="Arial"/>
              </a:defRPr>
            </a:lvl3pPr>
            <a:lvl4pPr indent="0" lvl="3" marL="0" marR="0" rtl="0" algn="r">
              <a:lnSpc>
                <a:spcPct val="100000"/>
              </a:lnSpc>
              <a:spcBef>
                <a:spcPts val="0"/>
              </a:spcBef>
              <a:spcAft>
                <a:spcPts val="0"/>
              </a:spcAft>
              <a:buClr>
                <a:srgbClr val="000000"/>
              </a:buClr>
              <a:buSzPts val="1300"/>
              <a:buFont typeface="Arial"/>
              <a:buNone/>
              <a:defRPr b="0" i="0" sz="1300" u="none" cap="none" strike="noStrike">
                <a:solidFill>
                  <a:schemeClr val="dk2"/>
                </a:solidFill>
                <a:latin typeface="Arial"/>
                <a:ea typeface="Arial"/>
                <a:cs typeface="Arial"/>
                <a:sym typeface="Arial"/>
              </a:defRPr>
            </a:lvl4pPr>
            <a:lvl5pPr indent="0" lvl="4" marL="0" marR="0" rtl="0" algn="r">
              <a:lnSpc>
                <a:spcPct val="100000"/>
              </a:lnSpc>
              <a:spcBef>
                <a:spcPts val="0"/>
              </a:spcBef>
              <a:spcAft>
                <a:spcPts val="0"/>
              </a:spcAft>
              <a:buClr>
                <a:srgbClr val="000000"/>
              </a:buClr>
              <a:buSzPts val="1300"/>
              <a:buFont typeface="Arial"/>
              <a:buNone/>
              <a:defRPr b="0" i="0" sz="1300" u="none" cap="none" strike="noStrike">
                <a:solidFill>
                  <a:schemeClr val="dk2"/>
                </a:solidFill>
                <a:latin typeface="Arial"/>
                <a:ea typeface="Arial"/>
                <a:cs typeface="Arial"/>
                <a:sym typeface="Arial"/>
              </a:defRPr>
            </a:lvl5pPr>
            <a:lvl6pPr indent="0" lvl="5" marL="0" marR="0" rtl="0" algn="r">
              <a:lnSpc>
                <a:spcPct val="100000"/>
              </a:lnSpc>
              <a:spcBef>
                <a:spcPts val="0"/>
              </a:spcBef>
              <a:spcAft>
                <a:spcPts val="0"/>
              </a:spcAft>
              <a:buClr>
                <a:srgbClr val="000000"/>
              </a:buClr>
              <a:buSzPts val="1300"/>
              <a:buFont typeface="Arial"/>
              <a:buNone/>
              <a:defRPr b="0" i="0" sz="1300" u="none" cap="none" strike="noStrike">
                <a:solidFill>
                  <a:schemeClr val="dk2"/>
                </a:solidFill>
                <a:latin typeface="Arial"/>
                <a:ea typeface="Arial"/>
                <a:cs typeface="Arial"/>
                <a:sym typeface="Arial"/>
              </a:defRPr>
            </a:lvl6pPr>
            <a:lvl7pPr indent="0" lvl="6" marL="0" marR="0" rtl="0" algn="r">
              <a:lnSpc>
                <a:spcPct val="100000"/>
              </a:lnSpc>
              <a:spcBef>
                <a:spcPts val="0"/>
              </a:spcBef>
              <a:spcAft>
                <a:spcPts val="0"/>
              </a:spcAft>
              <a:buClr>
                <a:srgbClr val="000000"/>
              </a:buClr>
              <a:buSzPts val="1300"/>
              <a:buFont typeface="Arial"/>
              <a:buNone/>
              <a:defRPr b="0" i="0" sz="1300" u="none" cap="none" strike="noStrike">
                <a:solidFill>
                  <a:schemeClr val="dk2"/>
                </a:solidFill>
                <a:latin typeface="Arial"/>
                <a:ea typeface="Arial"/>
                <a:cs typeface="Arial"/>
                <a:sym typeface="Arial"/>
              </a:defRPr>
            </a:lvl7pPr>
            <a:lvl8pPr indent="0" lvl="7" marL="0" marR="0" rtl="0" algn="r">
              <a:lnSpc>
                <a:spcPct val="100000"/>
              </a:lnSpc>
              <a:spcBef>
                <a:spcPts val="0"/>
              </a:spcBef>
              <a:spcAft>
                <a:spcPts val="0"/>
              </a:spcAft>
              <a:buClr>
                <a:srgbClr val="000000"/>
              </a:buClr>
              <a:buSzPts val="1300"/>
              <a:buFont typeface="Arial"/>
              <a:buNone/>
              <a:defRPr b="0" i="0" sz="1300" u="none" cap="none" strike="noStrike">
                <a:solidFill>
                  <a:schemeClr val="dk2"/>
                </a:solidFill>
                <a:latin typeface="Arial"/>
                <a:ea typeface="Arial"/>
                <a:cs typeface="Arial"/>
                <a:sym typeface="Arial"/>
              </a:defRPr>
            </a:lvl8pPr>
            <a:lvl9pPr indent="0" lvl="8" marL="0" marR="0" rtl="0" algn="r">
              <a:lnSpc>
                <a:spcPct val="100000"/>
              </a:lnSpc>
              <a:spcBef>
                <a:spcPts val="0"/>
              </a:spcBef>
              <a:spcAft>
                <a:spcPts val="0"/>
              </a:spcAft>
              <a:buClr>
                <a:srgbClr val="000000"/>
              </a:buClr>
              <a:buSzPts val="1300"/>
              <a:buFont typeface="Arial"/>
              <a:buNone/>
              <a:defRPr b="0" i="0" sz="13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US"/>
              <a:t>‹#›</a:t>
            </a:fld>
            <a:endParaRPr/>
          </a:p>
        </p:txBody>
      </p:sp>
    </p:spTree>
  </p:cSld>
  <p:clrMap accent1="accent1" accent2="accent2" accent3="accent3" accent4="accent4" accent5="accent5" accent6="accent6" bg1="lt1" bg2="dk2" tx1="dk1" tx2="lt2" folHlink="folHlink" hlink="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60" name="Shape 60"/>
        <p:cNvGrpSpPr/>
        <p:nvPr/>
      </p:nvGrpSpPr>
      <p:grpSpPr>
        <a:xfrm>
          <a:off x="0" y="0"/>
          <a:ext cx="0" cy="0"/>
          <a:chOff x="0" y="0"/>
          <a:chExt cx="0" cy="0"/>
        </a:xfrm>
      </p:grpSpPr>
      <p:sp>
        <p:nvSpPr>
          <p:cNvPr id="61" name="Google Shape;61;g311fd835375_0_545"/>
          <p:cNvSpPr txBox="1"/>
          <p:nvPr>
            <p:ph type="title"/>
          </p:nvPr>
        </p:nvSpPr>
        <p:spPr>
          <a:xfrm>
            <a:off x="838200" y="365125"/>
            <a:ext cx="10515600" cy="1325700"/>
          </a:xfrm>
          <a:prstGeom prst="rect">
            <a:avLst/>
          </a:prstGeom>
          <a:noFill/>
          <a:ln>
            <a:noFill/>
          </a:ln>
        </p:spPr>
        <p:txBody>
          <a:bodyPr anchorCtr="0" anchor="ctr" bIns="45700" lIns="91425" spcFirstLastPara="1" rIns="91425" wrap="square" tIns="45700">
            <a:normAutofit/>
          </a:bodyPr>
          <a:lstStyle>
            <a:lvl1pPr lvl="0" marR="0" rtl="0" algn="l">
              <a:lnSpc>
                <a:spcPct val="90000"/>
              </a:lnSpc>
              <a:spcBef>
                <a:spcPts val="0"/>
              </a:spcBef>
              <a:spcAft>
                <a:spcPts val="0"/>
              </a:spcAft>
              <a:buClr>
                <a:schemeClr val="dk1"/>
              </a:buClr>
              <a:buSzPts val="4400"/>
              <a:buFont typeface="Play"/>
              <a:buNone/>
              <a:defRPr b="0" i="0" sz="4400" u="none" cap="none" strike="noStrike">
                <a:solidFill>
                  <a:schemeClr val="dk1"/>
                </a:solidFill>
                <a:latin typeface="Play"/>
                <a:ea typeface="Play"/>
                <a:cs typeface="Play"/>
                <a:sym typeface="Play"/>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9pPr>
          </a:lstStyle>
          <a:p/>
        </p:txBody>
      </p:sp>
      <p:sp>
        <p:nvSpPr>
          <p:cNvPr id="62" name="Google Shape;62;g311fd835375_0_545"/>
          <p:cNvSpPr txBox="1"/>
          <p:nvPr>
            <p:ph idx="1" type="body"/>
          </p:nvPr>
        </p:nvSpPr>
        <p:spPr>
          <a:xfrm>
            <a:off x="838200" y="1825625"/>
            <a:ext cx="10515600" cy="4351200"/>
          </a:xfrm>
          <a:prstGeom prst="rect">
            <a:avLst/>
          </a:prstGeom>
          <a:noFill/>
          <a:ln>
            <a:noFill/>
          </a:ln>
        </p:spPr>
        <p:txBody>
          <a:bodyPr anchorCtr="0" anchor="t" bIns="45700" lIns="91425" spcFirstLastPara="1" rIns="91425" wrap="square" tIns="45700">
            <a:normAutofit/>
          </a:bodyPr>
          <a:lstStyle>
            <a:lvl1pPr indent="-406400" lvl="0" marL="457200" marR="0" rtl="0" algn="l">
              <a:lnSpc>
                <a:spcPct val="90000"/>
              </a:lnSpc>
              <a:spcBef>
                <a:spcPts val="1000"/>
              </a:spcBef>
              <a:spcAft>
                <a:spcPts val="0"/>
              </a:spcAft>
              <a:buClr>
                <a:schemeClr val="dk1"/>
              </a:buClr>
              <a:buSzPts val="2800"/>
              <a:buFont typeface="Arial"/>
              <a:buChar char="•"/>
              <a:defRPr b="0" i="0" sz="2800" u="none" cap="none" strike="noStrike">
                <a:solidFill>
                  <a:schemeClr val="dk1"/>
                </a:solidFill>
                <a:latin typeface="Arial"/>
                <a:ea typeface="Arial"/>
                <a:cs typeface="Arial"/>
                <a:sym typeface="Arial"/>
              </a:defRPr>
            </a:lvl1pPr>
            <a:lvl2pPr indent="-381000" lvl="1" marL="914400" marR="0" rtl="0" algn="l">
              <a:lnSpc>
                <a:spcPct val="90000"/>
              </a:lnSpc>
              <a:spcBef>
                <a:spcPts val="500"/>
              </a:spcBef>
              <a:spcAft>
                <a:spcPts val="0"/>
              </a:spcAft>
              <a:buClr>
                <a:schemeClr val="dk1"/>
              </a:buClr>
              <a:buSzPts val="2400"/>
              <a:buFont typeface="Arial"/>
              <a:buChar char="•"/>
              <a:defRPr b="0" i="0" sz="2400" u="none" cap="none" strike="noStrike">
                <a:solidFill>
                  <a:schemeClr val="dk1"/>
                </a:solidFill>
                <a:latin typeface="Arial"/>
                <a:ea typeface="Arial"/>
                <a:cs typeface="Arial"/>
                <a:sym typeface="Arial"/>
              </a:defRPr>
            </a:lvl2pPr>
            <a:lvl3pPr indent="-355600" lvl="2" marL="1371600" marR="0" rtl="0" algn="l">
              <a:lnSpc>
                <a:spcPct val="90000"/>
              </a:lnSpc>
              <a:spcBef>
                <a:spcPts val="500"/>
              </a:spcBef>
              <a:spcAft>
                <a:spcPts val="0"/>
              </a:spcAft>
              <a:buClr>
                <a:schemeClr val="dk1"/>
              </a:buClr>
              <a:buSzPts val="2000"/>
              <a:buFont typeface="Arial"/>
              <a:buChar char="•"/>
              <a:defRPr b="0" i="0" sz="2000" u="none" cap="none" strike="noStrike">
                <a:solidFill>
                  <a:schemeClr val="dk1"/>
                </a:solidFill>
                <a:latin typeface="Arial"/>
                <a:ea typeface="Arial"/>
                <a:cs typeface="Arial"/>
                <a:sym typeface="Arial"/>
              </a:defRPr>
            </a:lvl3pPr>
            <a:lvl4pPr indent="-342900" lvl="3" marL="1828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4pPr>
            <a:lvl5pPr indent="-342900" lvl="4" marL="22860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5pPr>
            <a:lvl6pPr indent="-342900" lvl="5" marL="27432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6pPr>
            <a:lvl7pPr indent="-342900" lvl="6" marL="32004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7pPr>
            <a:lvl8pPr indent="-342900" lvl="7" marL="36576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8pPr>
            <a:lvl9pPr indent="-342900" lvl="8" marL="4114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9pPr>
          </a:lstStyle>
          <a:p/>
        </p:txBody>
      </p:sp>
      <p:sp>
        <p:nvSpPr>
          <p:cNvPr id="63" name="Google Shape;63;g311fd835375_0_545"/>
          <p:cNvSpPr txBox="1"/>
          <p:nvPr>
            <p:ph idx="10" type="dt"/>
          </p:nvPr>
        </p:nvSpPr>
        <p:spPr>
          <a:xfrm>
            <a:off x="838200" y="6356350"/>
            <a:ext cx="2743200" cy="365100"/>
          </a:xfrm>
          <a:prstGeom prst="rect">
            <a:avLst/>
          </a:prstGeom>
          <a:noFill/>
          <a:ln>
            <a:noFill/>
          </a:ln>
        </p:spPr>
        <p:txBody>
          <a:bodyPr anchorCtr="0" anchor="ctr" bIns="45700" lIns="91425" spcFirstLastPara="1" rIns="91425" wrap="square" tIns="45700">
            <a:noAutofit/>
          </a:bodyPr>
          <a:lstStyle>
            <a:lvl1pPr lvl="0" marR="0" rtl="0" algn="l">
              <a:lnSpc>
                <a:spcPct val="100000"/>
              </a:lnSpc>
              <a:spcBef>
                <a:spcPts val="0"/>
              </a:spcBef>
              <a:spcAft>
                <a:spcPts val="0"/>
              </a:spcAft>
              <a:buClr>
                <a:srgbClr val="000000"/>
              </a:buClr>
              <a:buSzPts val="1400"/>
              <a:buFont typeface="Arial"/>
              <a:buNone/>
              <a:defRPr b="0" i="0" sz="1200" u="none" cap="none" strike="noStrike">
                <a:solidFill>
                  <a:srgbClr val="757575"/>
                </a:solidFill>
                <a:latin typeface="Arial"/>
                <a:ea typeface="Arial"/>
                <a:cs typeface="Arial"/>
                <a:sym typeface="Arial"/>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Arial"/>
                <a:ea typeface="Arial"/>
                <a:cs typeface="Arial"/>
                <a:sym typeface="Arial"/>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Arial"/>
                <a:ea typeface="Arial"/>
                <a:cs typeface="Arial"/>
                <a:sym typeface="Arial"/>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Arial"/>
                <a:ea typeface="Arial"/>
                <a:cs typeface="Arial"/>
                <a:sym typeface="Arial"/>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Arial"/>
                <a:ea typeface="Arial"/>
                <a:cs typeface="Arial"/>
                <a:sym typeface="Arial"/>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Arial"/>
                <a:ea typeface="Arial"/>
                <a:cs typeface="Arial"/>
                <a:sym typeface="Arial"/>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Arial"/>
                <a:ea typeface="Arial"/>
                <a:cs typeface="Arial"/>
                <a:sym typeface="Arial"/>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Arial"/>
                <a:ea typeface="Arial"/>
                <a:cs typeface="Arial"/>
                <a:sym typeface="Arial"/>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Arial"/>
                <a:ea typeface="Arial"/>
                <a:cs typeface="Arial"/>
                <a:sym typeface="Arial"/>
              </a:defRPr>
            </a:lvl9pPr>
          </a:lstStyle>
          <a:p/>
        </p:txBody>
      </p:sp>
      <p:sp>
        <p:nvSpPr>
          <p:cNvPr id="64" name="Google Shape;64;g311fd835375_0_545"/>
          <p:cNvSpPr txBox="1"/>
          <p:nvPr>
            <p:ph idx="11" type="ftr"/>
          </p:nvPr>
        </p:nvSpPr>
        <p:spPr>
          <a:xfrm>
            <a:off x="4038600" y="6356350"/>
            <a:ext cx="4114800" cy="365100"/>
          </a:xfrm>
          <a:prstGeom prst="rect">
            <a:avLst/>
          </a:prstGeom>
          <a:noFill/>
          <a:ln>
            <a:noFill/>
          </a:ln>
        </p:spPr>
        <p:txBody>
          <a:bodyPr anchorCtr="0" anchor="ctr" bIns="45700" lIns="91425" spcFirstLastPara="1" rIns="91425" wrap="square" tIns="45700">
            <a:noAutofit/>
          </a:bodyPr>
          <a:lstStyle>
            <a:lvl1pPr lvl="0" marR="0" rtl="0" algn="ctr">
              <a:lnSpc>
                <a:spcPct val="100000"/>
              </a:lnSpc>
              <a:spcBef>
                <a:spcPts val="0"/>
              </a:spcBef>
              <a:spcAft>
                <a:spcPts val="0"/>
              </a:spcAft>
              <a:buClr>
                <a:srgbClr val="000000"/>
              </a:buClr>
              <a:buSzPts val="1400"/>
              <a:buFont typeface="Arial"/>
              <a:buNone/>
              <a:defRPr b="0" i="0" sz="1200" u="none" cap="none" strike="noStrike">
                <a:solidFill>
                  <a:srgbClr val="757575"/>
                </a:solidFill>
                <a:latin typeface="Arial"/>
                <a:ea typeface="Arial"/>
                <a:cs typeface="Arial"/>
                <a:sym typeface="Arial"/>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Arial"/>
                <a:ea typeface="Arial"/>
                <a:cs typeface="Arial"/>
                <a:sym typeface="Arial"/>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Arial"/>
                <a:ea typeface="Arial"/>
                <a:cs typeface="Arial"/>
                <a:sym typeface="Arial"/>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Arial"/>
                <a:ea typeface="Arial"/>
                <a:cs typeface="Arial"/>
                <a:sym typeface="Arial"/>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Arial"/>
                <a:ea typeface="Arial"/>
                <a:cs typeface="Arial"/>
                <a:sym typeface="Arial"/>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Arial"/>
                <a:ea typeface="Arial"/>
                <a:cs typeface="Arial"/>
                <a:sym typeface="Arial"/>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Arial"/>
                <a:ea typeface="Arial"/>
                <a:cs typeface="Arial"/>
                <a:sym typeface="Arial"/>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Arial"/>
                <a:ea typeface="Arial"/>
                <a:cs typeface="Arial"/>
                <a:sym typeface="Arial"/>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Arial"/>
                <a:ea typeface="Arial"/>
                <a:cs typeface="Arial"/>
                <a:sym typeface="Arial"/>
              </a:defRPr>
            </a:lvl9pPr>
          </a:lstStyle>
          <a:p/>
        </p:txBody>
      </p:sp>
      <p:sp>
        <p:nvSpPr>
          <p:cNvPr id="65" name="Google Shape;65;g311fd835375_0_545"/>
          <p:cNvSpPr txBox="1"/>
          <p:nvPr>
            <p:ph idx="12" type="sldNum"/>
          </p:nvPr>
        </p:nvSpPr>
        <p:spPr>
          <a:xfrm>
            <a:off x="8610600" y="6356350"/>
            <a:ext cx="2743200" cy="365100"/>
          </a:xfrm>
          <a:prstGeom prst="rect">
            <a:avLst/>
          </a:prstGeom>
          <a:noFill/>
          <a:ln>
            <a:noFill/>
          </a:ln>
        </p:spPr>
        <p:txBody>
          <a:bodyPr anchorCtr="0" anchor="ctr" bIns="45700" lIns="91425" spcFirstLastPara="1" rIns="91425" wrap="square" tIns="45700">
            <a:noAutofit/>
          </a:bodyPr>
          <a:lstStyle>
            <a:lvl1pPr indent="0" lvl="0" marL="0" marR="0" rtl="0" algn="r">
              <a:lnSpc>
                <a:spcPct val="100000"/>
              </a:lnSpc>
              <a:spcBef>
                <a:spcPts val="0"/>
              </a:spcBef>
              <a:spcAft>
                <a:spcPts val="0"/>
              </a:spcAft>
              <a:buClr>
                <a:srgbClr val="000000"/>
              </a:buClr>
              <a:buSzPts val="1200"/>
              <a:buFont typeface="Arial"/>
              <a:buNone/>
              <a:defRPr b="0" i="0" sz="1200" u="none" cap="none" strike="noStrike">
                <a:solidFill>
                  <a:srgbClr val="757575"/>
                </a:solidFill>
                <a:latin typeface="Arial"/>
                <a:ea typeface="Arial"/>
                <a:cs typeface="Arial"/>
                <a:sym typeface="Arial"/>
              </a:defRPr>
            </a:lvl1pPr>
            <a:lvl2pPr indent="0" lvl="1" marL="0" marR="0" rtl="0" algn="r">
              <a:lnSpc>
                <a:spcPct val="100000"/>
              </a:lnSpc>
              <a:spcBef>
                <a:spcPts val="0"/>
              </a:spcBef>
              <a:spcAft>
                <a:spcPts val="0"/>
              </a:spcAft>
              <a:buClr>
                <a:srgbClr val="000000"/>
              </a:buClr>
              <a:buSzPts val="1200"/>
              <a:buFont typeface="Arial"/>
              <a:buNone/>
              <a:defRPr b="0" i="0" sz="1200" u="none" cap="none" strike="noStrike">
                <a:solidFill>
                  <a:srgbClr val="757575"/>
                </a:solidFill>
                <a:latin typeface="Arial"/>
                <a:ea typeface="Arial"/>
                <a:cs typeface="Arial"/>
                <a:sym typeface="Arial"/>
              </a:defRPr>
            </a:lvl2pPr>
            <a:lvl3pPr indent="0" lvl="2" marL="0" marR="0" rtl="0" algn="r">
              <a:lnSpc>
                <a:spcPct val="100000"/>
              </a:lnSpc>
              <a:spcBef>
                <a:spcPts val="0"/>
              </a:spcBef>
              <a:spcAft>
                <a:spcPts val="0"/>
              </a:spcAft>
              <a:buClr>
                <a:srgbClr val="000000"/>
              </a:buClr>
              <a:buSzPts val="1200"/>
              <a:buFont typeface="Arial"/>
              <a:buNone/>
              <a:defRPr b="0" i="0" sz="1200" u="none" cap="none" strike="noStrike">
                <a:solidFill>
                  <a:srgbClr val="757575"/>
                </a:solidFill>
                <a:latin typeface="Arial"/>
                <a:ea typeface="Arial"/>
                <a:cs typeface="Arial"/>
                <a:sym typeface="Arial"/>
              </a:defRPr>
            </a:lvl3pPr>
            <a:lvl4pPr indent="0" lvl="3" marL="0" marR="0" rtl="0" algn="r">
              <a:lnSpc>
                <a:spcPct val="100000"/>
              </a:lnSpc>
              <a:spcBef>
                <a:spcPts val="0"/>
              </a:spcBef>
              <a:spcAft>
                <a:spcPts val="0"/>
              </a:spcAft>
              <a:buClr>
                <a:srgbClr val="000000"/>
              </a:buClr>
              <a:buSzPts val="1200"/>
              <a:buFont typeface="Arial"/>
              <a:buNone/>
              <a:defRPr b="0" i="0" sz="1200" u="none" cap="none" strike="noStrike">
                <a:solidFill>
                  <a:srgbClr val="757575"/>
                </a:solidFill>
                <a:latin typeface="Arial"/>
                <a:ea typeface="Arial"/>
                <a:cs typeface="Arial"/>
                <a:sym typeface="Arial"/>
              </a:defRPr>
            </a:lvl4pPr>
            <a:lvl5pPr indent="0" lvl="4" marL="0" marR="0" rtl="0" algn="r">
              <a:lnSpc>
                <a:spcPct val="100000"/>
              </a:lnSpc>
              <a:spcBef>
                <a:spcPts val="0"/>
              </a:spcBef>
              <a:spcAft>
                <a:spcPts val="0"/>
              </a:spcAft>
              <a:buClr>
                <a:srgbClr val="000000"/>
              </a:buClr>
              <a:buSzPts val="1200"/>
              <a:buFont typeface="Arial"/>
              <a:buNone/>
              <a:defRPr b="0" i="0" sz="1200" u="none" cap="none" strike="noStrike">
                <a:solidFill>
                  <a:srgbClr val="757575"/>
                </a:solidFill>
                <a:latin typeface="Arial"/>
                <a:ea typeface="Arial"/>
                <a:cs typeface="Arial"/>
                <a:sym typeface="Arial"/>
              </a:defRPr>
            </a:lvl5pPr>
            <a:lvl6pPr indent="0" lvl="5" marL="0" marR="0" rtl="0" algn="r">
              <a:lnSpc>
                <a:spcPct val="100000"/>
              </a:lnSpc>
              <a:spcBef>
                <a:spcPts val="0"/>
              </a:spcBef>
              <a:spcAft>
                <a:spcPts val="0"/>
              </a:spcAft>
              <a:buClr>
                <a:srgbClr val="000000"/>
              </a:buClr>
              <a:buSzPts val="1200"/>
              <a:buFont typeface="Arial"/>
              <a:buNone/>
              <a:defRPr b="0" i="0" sz="1200" u="none" cap="none" strike="noStrike">
                <a:solidFill>
                  <a:srgbClr val="757575"/>
                </a:solidFill>
                <a:latin typeface="Arial"/>
                <a:ea typeface="Arial"/>
                <a:cs typeface="Arial"/>
                <a:sym typeface="Arial"/>
              </a:defRPr>
            </a:lvl6pPr>
            <a:lvl7pPr indent="0" lvl="6" marL="0" marR="0" rtl="0" algn="r">
              <a:lnSpc>
                <a:spcPct val="100000"/>
              </a:lnSpc>
              <a:spcBef>
                <a:spcPts val="0"/>
              </a:spcBef>
              <a:spcAft>
                <a:spcPts val="0"/>
              </a:spcAft>
              <a:buClr>
                <a:srgbClr val="000000"/>
              </a:buClr>
              <a:buSzPts val="1200"/>
              <a:buFont typeface="Arial"/>
              <a:buNone/>
              <a:defRPr b="0" i="0" sz="1200" u="none" cap="none" strike="noStrike">
                <a:solidFill>
                  <a:srgbClr val="757575"/>
                </a:solidFill>
                <a:latin typeface="Arial"/>
                <a:ea typeface="Arial"/>
                <a:cs typeface="Arial"/>
                <a:sym typeface="Arial"/>
              </a:defRPr>
            </a:lvl7pPr>
            <a:lvl8pPr indent="0" lvl="7" marL="0" marR="0" rtl="0" algn="r">
              <a:lnSpc>
                <a:spcPct val="100000"/>
              </a:lnSpc>
              <a:spcBef>
                <a:spcPts val="0"/>
              </a:spcBef>
              <a:spcAft>
                <a:spcPts val="0"/>
              </a:spcAft>
              <a:buClr>
                <a:srgbClr val="000000"/>
              </a:buClr>
              <a:buSzPts val="1200"/>
              <a:buFont typeface="Arial"/>
              <a:buNone/>
              <a:defRPr b="0" i="0" sz="1200" u="none" cap="none" strike="noStrike">
                <a:solidFill>
                  <a:srgbClr val="757575"/>
                </a:solidFill>
                <a:latin typeface="Arial"/>
                <a:ea typeface="Arial"/>
                <a:cs typeface="Arial"/>
                <a:sym typeface="Arial"/>
              </a:defRPr>
            </a:lvl8pPr>
            <a:lvl9pPr indent="0" lvl="8" marL="0" marR="0" rtl="0" algn="r">
              <a:lnSpc>
                <a:spcPct val="100000"/>
              </a:lnSpc>
              <a:spcBef>
                <a:spcPts val="0"/>
              </a:spcBef>
              <a:spcAft>
                <a:spcPts val="0"/>
              </a:spcAft>
              <a:buClr>
                <a:srgbClr val="000000"/>
              </a:buClr>
              <a:buSzPts val="1200"/>
              <a:buFont typeface="Arial"/>
              <a:buNone/>
              <a:defRPr b="0" i="0" sz="1200" u="none" cap="none" strike="noStrike">
                <a:solidFill>
                  <a:srgbClr val="757575"/>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US"/>
              <a:t>‹#›</a:t>
            </a:fld>
            <a:endParaRPr/>
          </a:p>
        </p:txBody>
      </p:sp>
    </p:spTree>
  </p:cSld>
  <p:clrMap accent1="accent1" accent2="accent2" accent3="accent3" accent4="accent4" accent5="accent5" accent6="accent6" bg1="lt1" bg2="dk2" tx1="dk1" tx2="lt2" folHlink="folHlink" hlink="hlink"/>
  <p:sldLayoutIdLst>
    <p:sldLayoutId id="2147483662" r:id="rId1"/>
    <p:sldLayoutId id="2147483663" r:id="rId2"/>
    <p:sldLayoutId id="2147483664" r:id="rId3"/>
    <p:sldLayoutId id="2147483665" r:id="rId4"/>
    <p:sldLayoutId id="2147483666" r:id="rId5"/>
    <p:sldLayoutId id="2147483667" r:id="rId6"/>
    <p:sldLayoutId id="2147483668" r:id="rId7"/>
    <p:sldLayoutId id="2147483669" r:id="rId8"/>
    <p:sldLayoutId id="2147483670" r:id="rId9"/>
    <p:sldLayoutId id="2147483671" r:id="rId10"/>
    <p:sldLayoutId id="2147483672"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1.png"/><Relationship Id="rId4" Type="http://schemas.openxmlformats.org/officeDocument/2006/relationships/image" Target="../media/image2.png"/><Relationship Id="rId5" Type="http://schemas.openxmlformats.org/officeDocument/2006/relationships/image" Target="../media/image10.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2.xml"/><Relationship Id="rId3" Type="http://schemas.openxmlformats.org/officeDocument/2006/relationships/image" Target="../media/image10.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3.xml"/><Relationship Id="rId3" Type="http://schemas.openxmlformats.org/officeDocument/2006/relationships/image" Target="../media/image10.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4.xml"/><Relationship Id="rId3" Type="http://schemas.openxmlformats.org/officeDocument/2006/relationships/image" Target="../media/image10.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5.xml"/><Relationship Id="rId3" Type="http://schemas.openxmlformats.org/officeDocument/2006/relationships/image" Target="../media/image10.png"/><Relationship Id="rId4" Type="http://schemas.openxmlformats.org/officeDocument/2006/relationships/image" Target="../media/image3.jp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6.xml"/><Relationship Id="rId3" Type="http://schemas.openxmlformats.org/officeDocument/2006/relationships/image" Target="../media/image10.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7.xml"/><Relationship Id="rId3" Type="http://schemas.openxmlformats.org/officeDocument/2006/relationships/image" Target="../media/image10.png"/><Relationship Id="rId4" Type="http://schemas.openxmlformats.org/officeDocument/2006/relationships/image" Target="../media/image5.png"/><Relationship Id="rId5" Type="http://schemas.openxmlformats.org/officeDocument/2006/relationships/image" Target="../media/image4.jp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8.xml"/><Relationship Id="rId3" Type="http://schemas.openxmlformats.org/officeDocument/2006/relationships/image" Target="../media/image10.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9.xml"/><Relationship Id="rId3" Type="http://schemas.openxmlformats.org/officeDocument/2006/relationships/image" Target="../media/image10.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10.xml"/><Relationship Id="rId3" Type="http://schemas.openxmlformats.org/officeDocument/2006/relationships/image" Target="../media/image10.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11.xml"/><Relationship Id="rId3" Type="http://schemas.openxmlformats.org/officeDocument/2006/relationships/image" Target="../media/image10.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12.xml"/><Relationship Id="rId3" Type="http://schemas.openxmlformats.org/officeDocument/2006/relationships/image" Target="../media/image10.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13.xml"/><Relationship Id="rId3" Type="http://schemas.openxmlformats.org/officeDocument/2006/relationships/image" Target="../media/image10.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4.xml"/><Relationship Id="rId3" Type="http://schemas.openxmlformats.org/officeDocument/2006/relationships/image" Target="../media/image10.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15.xml"/><Relationship Id="rId3" Type="http://schemas.openxmlformats.org/officeDocument/2006/relationships/image" Target="../media/image6.png"/><Relationship Id="rId4" Type="http://schemas.openxmlformats.org/officeDocument/2006/relationships/image" Target="../media/image12.png"/><Relationship Id="rId5" Type="http://schemas.openxmlformats.org/officeDocument/2006/relationships/image" Target="../media/image8.png"/><Relationship Id="rId6" Type="http://schemas.openxmlformats.org/officeDocument/2006/relationships/image" Target="../media/image9.png"/><Relationship Id="rId7" Type="http://schemas.openxmlformats.org/officeDocument/2006/relationships/image" Target="../media/image2.png"/><Relationship Id="rId8" Type="http://schemas.openxmlformats.org/officeDocument/2006/relationships/image" Target="../media/image13.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8" name="Shape 138"/>
        <p:cNvGrpSpPr/>
        <p:nvPr/>
      </p:nvGrpSpPr>
      <p:grpSpPr>
        <a:xfrm>
          <a:off x="0" y="0"/>
          <a:ext cx="0" cy="0"/>
          <a:chOff x="0" y="0"/>
          <a:chExt cx="0" cy="0"/>
        </a:xfrm>
      </p:grpSpPr>
      <p:sp>
        <p:nvSpPr>
          <p:cNvPr id="139" name="Google Shape;139;g2d5b2b5e3c8_0_0"/>
          <p:cNvSpPr/>
          <p:nvPr/>
        </p:nvSpPr>
        <p:spPr>
          <a:xfrm>
            <a:off x="0" y="0"/>
            <a:ext cx="12192000" cy="6858000"/>
          </a:xfrm>
          <a:prstGeom prst="rect">
            <a:avLst/>
          </a:prstGeom>
          <a:solidFill>
            <a:schemeClr val="lt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900"/>
              <a:buFont typeface="Arial"/>
              <a:buNone/>
            </a:pPr>
            <a:r>
              <a:t/>
            </a:r>
            <a:endParaRPr b="0" i="0" sz="1900" u="none" cap="none" strike="noStrike">
              <a:solidFill>
                <a:schemeClr val="lt1"/>
              </a:solidFill>
              <a:latin typeface="Arial"/>
              <a:ea typeface="Arial"/>
              <a:cs typeface="Arial"/>
              <a:sym typeface="Arial"/>
            </a:endParaRPr>
          </a:p>
        </p:txBody>
      </p:sp>
      <p:sp>
        <p:nvSpPr>
          <p:cNvPr id="140" name="Google Shape;140;g2d5b2b5e3c8_0_0"/>
          <p:cNvSpPr/>
          <p:nvPr/>
        </p:nvSpPr>
        <p:spPr>
          <a:xfrm>
            <a:off x="0" y="0"/>
            <a:ext cx="4959047" cy="6858000"/>
          </a:xfrm>
          <a:custGeom>
            <a:rect b="b" l="l" r="r" t="t"/>
            <a:pathLst>
              <a:path extrusionOk="0" h="6858000" w="4959047">
                <a:moveTo>
                  <a:pt x="0" y="0"/>
                </a:moveTo>
                <a:lnTo>
                  <a:pt x="4110127" y="0"/>
                </a:lnTo>
                <a:lnTo>
                  <a:pt x="4179024" y="123368"/>
                </a:lnTo>
                <a:cubicBezTo>
                  <a:pt x="4668929" y="1045156"/>
                  <a:pt x="4959047" y="2189404"/>
                  <a:pt x="4959047" y="3429000"/>
                </a:cubicBezTo>
                <a:cubicBezTo>
                  <a:pt x="4959047" y="4668597"/>
                  <a:pt x="4668929" y="5812845"/>
                  <a:pt x="4179024" y="6734633"/>
                </a:cubicBezTo>
                <a:lnTo>
                  <a:pt x="4110127" y="6858000"/>
                </a:lnTo>
                <a:lnTo>
                  <a:pt x="0" y="6858000"/>
                </a:lnTo>
                <a:close/>
              </a:path>
            </a:pathLst>
          </a:custGeom>
          <a:solidFill>
            <a:schemeClr val="lt1"/>
          </a:solidFill>
          <a:ln cap="flat" cmpd="sng" w="9525">
            <a:solidFill>
              <a:srgbClr val="D9E5F8"/>
            </a:solidFill>
            <a:prstDash val="solid"/>
            <a:miter lim="800000"/>
            <a:headEnd len="sm" w="sm" type="none"/>
            <a:tailEnd len="sm" w="sm" type="none"/>
          </a:ln>
          <a:effectLst>
            <a:outerShdw blurRad="50800" rotWithShape="0" algn="l" dist="38100">
              <a:srgbClr val="D8D8D8">
                <a:alpha val="28235"/>
              </a:srgbClr>
            </a:outerShdw>
          </a:effectLst>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chemeClr val="lt1"/>
              </a:buClr>
              <a:buSzPts val="1900"/>
              <a:buFont typeface="Arial"/>
              <a:buNone/>
            </a:pPr>
            <a:r>
              <a:t/>
            </a:r>
            <a:endParaRPr b="0" i="0" sz="1900" u="none" cap="none" strike="noStrike">
              <a:solidFill>
                <a:srgbClr val="FFFFFF"/>
              </a:solidFill>
              <a:latin typeface="Calibri"/>
              <a:ea typeface="Calibri"/>
              <a:cs typeface="Calibri"/>
              <a:sym typeface="Calibri"/>
            </a:endParaRPr>
          </a:p>
        </p:txBody>
      </p:sp>
      <p:sp>
        <p:nvSpPr>
          <p:cNvPr id="141" name="Google Shape;141;g2d5b2b5e3c8_0_0"/>
          <p:cNvSpPr/>
          <p:nvPr/>
        </p:nvSpPr>
        <p:spPr>
          <a:xfrm>
            <a:off x="0" y="0"/>
            <a:ext cx="4948887" cy="6858000"/>
          </a:xfrm>
          <a:custGeom>
            <a:rect b="b" l="l" r="r" t="t"/>
            <a:pathLst>
              <a:path extrusionOk="0" h="6858000" w="4948887">
                <a:moveTo>
                  <a:pt x="0" y="0"/>
                </a:moveTo>
                <a:lnTo>
                  <a:pt x="4099967" y="0"/>
                </a:lnTo>
                <a:lnTo>
                  <a:pt x="4168864" y="123368"/>
                </a:lnTo>
                <a:cubicBezTo>
                  <a:pt x="4658769" y="1045156"/>
                  <a:pt x="4948887" y="2189404"/>
                  <a:pt x="4948887" y="3429000"/>
                </a:cubicBezTo>
                <a:cubicBezTo>
                  <a:pt x="4948887" y="4668597"/>
                  <a:pt x="4658769" y="5812845"/>
                  <a:pt x="4168864" y="6734633"/>
                </a:cubicBezTo>
                <a:lnTo>
                  <a:pt x="4099967" y="6858000"/>
                </a:lnTo>
                <a:lnTo>
                  <a:pt x="0" y="6858000"/>
                </a:lnTo>
                <a:close/>
              </a:path>
            </a:pathLst>
          </a:custGeom>
          <a:solidFill>
            <a:schemeClr val="lt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chemeClr val="lt1"/>
              </a:buClr>
              <a:buSzPts val="1900"/>
              <a:buFont typeface="Arial"/>
              <a:buNone/>
            </a:pPr>
            <a:r>
              <a:t/>
            </a:r>
            <a:endParaRPr b="0" i="0" sz="1900" u="none" cap="none" strike="noStrike">
              <a:solidFill>
                <a:srgbClr val="FFFFFF"/>
              </a:solidFill>
              <a:latin typeface="Calibri"/>
              <a:ea typeface="Calibri"/>
              <a:cs typeface="Calibri"/>
              <a:sym typeface="Calibri"/>
            </a:endParaRPr>
          </a:p>
        </p:txBody>
      </p:sp>
      <p:sp>
        <p:nvSpPr>
          <p:cNvPr id="142" name="Google Shape;142;g2d5b2b5e3c8_0_0"/>
          <p:cNvSpPr txBox="1"/>
          <p:nvPr>
            <p:ph type="ctrTitle"/>
          </p:nvPr>
        </p:nvSpPr>
        <p:spPr>
          <a:xfrm>
            <a:off x="477981" y="1122363"/>
            <a:ext cx="4023300" cy="3204000"/>
          </a:xfrm>
          <a:prstGeom prst="rect">
            <a:avLst/>
          </a:prstGeom>
          <a:noFill/>
          <a:ln>
            <a:noFill/>
          </a:ln>
        </p:spPr>
        <p:txBody>
          <a:bodyPr anchorCtr="0" anchor="b" bIns="45700" lIns="91425" spcFirstLastPara="1" rIns="91425" wrap="square" tIns="45700">
            <a:normAutofit/>
          </a:bodyPr>
          <a:lstStyle/>
          <a:p>
            <a:pPr indent="0" lvl="0" marL="0" rtl="0" algn="l">
              <a:lnSpc>
                <a:spcPct val="90000"/>
              </a:lnSpc>
              <a:spcBef>
                <a:spcPts val="0"/>
              </a:spcBef>
              <a:spcAft>
                <a:spcPts val="0"/>
              </a:spcAft>
              <a:buClr>
                <a:schemeClr val="dk1"/>
              </a:buClr>
              <a:buSzPts val="4800"/>
              <a:buFont typeface="Play"/>
              <a:buNone/>
            </a:pPr>
            <a:r>
              <a:rPr lang="en-US" sz="4400">
                <a:latin typeface="Calibri"/>
                <a:ea typeface="Calibri"/>
                <a:cs typeface="Calibri"/>
                <a:sym typeface="Calibri"/>
              </a:rPr>
              <a:t>Welcome to Code Crunch!</a:t>
            </a:r>
            <a:endParaRPr/>
          </a:p>
        </p:txBody>
      </p:sp>
      <p:sp>
        <p:nvSpPr>
          <p:cNvPr id="143" name="Google Shape;143;g2d5b2b5e3c8_0_0"/>
          <p:cNvSpPr/>
          <p:nvPr/>
        </p:nvSpPr>
        <p:spPr>
          <a:xfrm>
            <a:off x="481029" y="4546920"/>
            <a:ext cx="4023300" cy="18300"/>
          </a:xfrm>
          <a:prstGeom prst="rect">
            <a:avLst/>
          </a:prstGeom>
          <a:solidFill>
            <a:srgbClr val="D5D5D5"/>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chemeClr val="lt1"/>
              </a:buClr>
              <a:buSzPts val="1900"/>
              <a:buFont typeface="Arial"/>
              <a:buNone/>
            </a:pPr>
            <a:r>
              <a:t/>
            </a:r>
            <a:endParaRPr b="0" i="0" sz="1900" u="none" cap="none" strike="noStrike">
              <a:solidFill>
                <a:srgbClr val="FFFFFF"/>
              </a:solidFill>
              <a:latin typeface="Calibri"/>
              <a:ea typeface="Calibri"/>
              <a:cs typeface="Calibri"/>
              <a:sym typeface="Calibri"/>
            </a:endParaRPr>
          </a:p>
        </p:txBody>
      </p:sp>
      <p:sp>
        <p:nvSpPr>
          <p:cNvPr id="144" name="Google Shape;144;g2d5b2b5e3c8_0_0"/>
          <p:cNvSpPr txBox="1"/>
          <p:nvPr/>
        </p:nvSpPr>
        <p:spPr>
          <a:xfrm>
            <a:off x="987333" y="6257233"/>
            <a:ext cx="3122700" cy="489600"/>
          </a:xfrm>
          <a:prstGeom prst="rect">
            <a:avLst/>
          </a:prstGeom>
          <a:noFill/>
          <a:ln>
            <a:noFill/>
          </a:ln>
        </p:spPr>
        <p:txBody>
          <a:bodyPr anchorCtr="0" anchor="t" bIns="45700" lIns="91425" spcFirstLastPara="1" rIns="91425" wrap="square" tIns="45700">
            <a:normAutofit/>
          </a:bodyPr>
          <a:lstStyle/>
          <a:p>
            <a:pPr indent="0" lvl="0" marL="0" marR="0" rtl="0" algn="l">
              <a:lnSpc>
                <a:spcPct val="90000"/>
              </a:lnSpc>
              <a:spcBef>
                <a:spcPts val="0"/>
              </a:spcBef>
              <a:spcAft>
                <a:spcPts val="0"/>
              </a:spcAft>
              <a:buClr>
                <a:srgbClr val="000000"/>
              </a:buClr>
              <a:buSzPts val="1900"/>
              <a:buFont typeface="Arial"/>
              <a:buNone/>
            </a:pPr>
            <a:r>
              <a:rPr b="0" i="0" lang="en-US" sz="1900" u="none" cap="none" strike="noStrike">
                <a:solidFill>
                  <a:srgbClr val="000000"/>
                </a:solidFill>
                <a:latin typeface="Arial"/>
                <a:ea typeface="Arial"/>
                <a:cs typeface="Arial"/>
                <a:sym typeface="Arial"/>
              </a:rPr>
              <a:t>linktr.ee/CODE.CRUNCH</a:t>
            </a:r>
            <a:endParaRPr b="0" i="0" sz="2000" u="none" cap="none" strike="noStrike">
              <a:solidFill>
                <a:srgbClr val="000000"/>
              </a:solidFill>
              <a:latin typeface="Arial"/>
              <a:ea typeface="Arial"/>
              <a:cs typeface="Arial"/>
              <a:sym typeface="Arial"/>
            </a:endParaRPr>
          </a:p>
        </p:txBody>
      </p:sp>
      <p:sp>
        <p:nvSpPr>
          <p:cNvPr id="145" name="Google Shape;145;g2d5b2b5e3c8_0_0"/>
          <p:cNvSpPr txBox="1"/>
          <p:nvPr/>
        </p:nvSpPr>
        <p:spPr>
          <a:xfrm>
            <a:off x="380333" y="5155533"/>
            <a:ext cx="2070900" cy="657900"/>
          </a:xfrm>
          <a:prstGeom prst="rect">
            <a:avLst/>
          </a:prstGeom>
          <a:noFill/>
          <a:ln>
            <a:noFill/>
          </a:ln>
        </p:spPr>
        <p:txBody>
          <a:bodyPr anchorCtr="0" anchor="t" bIns="45700" lIns="91425" spcFirstLastPara="1" rIns="91425" wrap="square" tIns="45700">
            <a:normAutofit fontScale="32500" lnSpcReduction="10000"/>
          </a:bodyPr>
          <a:lstStyle/>
          <a:p>
            <a:pPr indent="0" lvl="0" marL="0" marR="0" rtl="0" algn="l">
              <a:lnSpc>
                <a:spcPct val="100000"/>
              </a:lnSpc>
              <a:spcBef>
                <a:spcPts val="0"/>
              </a:spcBef>
              <a:spcAft>
                <a:spcPts val="0"/>
              </a:spcAft>
              <a:buClr>
                <a:srgbClr val="000000"/>
              </a:buClr>
              <a:buSzPct val="100000"/>
              <a:buFont typeface="Arial"/>
              <a:buNone/>
            </a:pPr>
            <a:r>
              <a:rPr b="1" i="0" lang="en-US" sz="8000" u="none" cap="none" strike="noStrike">
                <a:solidFill>
                  <a:schemeClr val="dk1"/>
                </a:solidFill>
                <a:latin typeface="Arial"/>
                <a:ea typeface="Arial"/>
                <a:cs typeface="Arial"/>
                <a:sym typeface="Arial"/>
              </a:rPr>
              <a:t>Attendance</a:t>
            </a:r>
            <a:r>
              <a:rPr b="1" i="0" lang="en-US" sz="5100" u="none" cap="none" strike="noStrike">
                <a:solidFill>
                  <a:srgbClr val="000000"/>
                </a:solidFill>
                <a:latin typeface="Arial"/>
                <a:ea typeface="Arial"/>
                <a:cs typeface="Arial"/>
                <a:sym typeface="Arial"/>
              </a:rPr>
              <a:t> </a:t>
            </a:r>
            <a:endParaRPr b="1" i="0" sz="51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0000"/>
              </a:buClr>
              <a:buSzPct val="100000"/>
              <a:buFont typeface="Arial"/>
              <a:buNone/>
            </a:pPr>
            <a:r>
              <a:t/>
            </a:r>
            <a:endParaRPr b="1" i="0" sz="2800" u="none" cap="none" strike="noStrike">
              <a:solidFill>
                <a:srgbClr val="000000"/>
              </a:solidFill>
              <a:latin typeface="Arial"/>
              <a:ea typeface="Arial"/>
              <a:cs typeface="Arial"/>
              <a:sym typeface="Arial"/>
            </a:endParaRPr>
          </a:p>
          <a:p>
            <a:pPr indent="0" lvl="0" marL="0" marR="0" rtl="0" algn="l">
              <a:lnSpc>
                <a:spcPct val="90000"/>
              </a:lnSpc>
              <a:spcBef>
                <a:spcPts val="0"/>
              </a:spcBef>
              <a:spcAft>
                <a:spcPts val="0"/>
              </a:spcAft>
              <a:buClr>
                <a:srgbClr val="000000"/>
              </a:buClr>
              <a:buSzPct val="100000"/>
              <a:buFont typeface="Arial"/>
              <a:buNone/>
            </a:pPr>
            <a:r>
              <a:t/>
            </a:r>
            <a:endParaRPr b="0" i="0" sz="2000" u="none" cap="none" strike="noStrike">
              <a:solidFill>
                <a:srgbClr val="000000"/>
              </a:solidFill>
              <a:latin typeface="Arial"/>
              <a:ea typeface="Arial"/>
              <a:cs typeface="Arial"/>
              <a:sym typeface="Arial"/>
            </a:endParaRPr>
          </a:p>
        </p:txBody>
      </p:sp>
      <p:pic>
        <p:nvPicPr>
          <p:cNvPr id="146" name="Google Shape;146;g2d5b2b5e3c8_0_0"/>
          <p:cNvPicPr preferRelativeResize="0"/>
          <p:nvPr/>
        </p:nvPicPr>
        <p:blipFill rotWithShape="1">
          <a:blip r:embed="rId3">
            <a:alphaModFix/>
          </a:blip>
          <a:srcRect b="0" l="0" r="0" t="0"/>
          <a:stretch/>
        </p:blipFill>
        <p:spPr>
          <a:xfrm>
            <a:off x="481133" y="6149367"/>
            <a:ext cx="489600" cy="489600"/>
          </a:xfrm>
          <a:prstGeom prst="rect">
            <a:avLst/>
          </a:prstGeom>
          <a:solidFill>
            <a:schemeClr val="lt1"/>
          </a:solidFill>
          <a:ln>
            <a:noFill/>
          </a:ln>
        </p:spPr>
      </p:pic>
      <p:pic>
        <p:nvPicPr>
          <p:cNvPr id="147" name="Google Shape;147;g2d5b2b5e3c8_0_0"/>
          <p:cNvPicPr preferRelativeResize="0"/>
          <p:nvPr/>
        </p:nvPicPr>
        <p:blipFill rotWithShape="1">
          <a:blip r:embed="rId4">
            <a:alphaModFix/>
          </a:blip>
          <a:srcRect b="0" l="0" r="0" t="0"/>
          <a:stretch/>
        </p:blipFill>
        <p:spPr>
          <a:xfrm>
            <a:off x="2717332" y="4687900"/>
            <a:ext cx="1461966" cy="1446766"/>
          </a:xfrm>
          <a:prstGeom prst="rect">
            <a:avLst/>
          </a:prstGeom>
          <a:noFill/>
          <a:ln>
            <a:noFill/>
          </a:ln>
        </p:spPr>
      </p:pic>
      <p:sp>
        <p:nvSpPr>
          <p:cNvPr id="148" name="Google Shape;148;g2d5b2b5e3c8_0_0"/>
          <p:cNvSpPr/>
          <p:nvPr/>
        </p:nvSpPr>
        <p:spPr>
          <a:xfrm>
            <a:off x="5390033" y="0"/>
            <a:ext cx="7233300" cy="6858000"/>
          </a:xfrm>
          <a:prstGeom prst="rect">
            <a:avLst/>
          </a:prstGeom>
          <a:solidFill>
            <a:schemeClr val="accent1"/>
          </a:solidFill>
          <a:ln cap="flat" cmpd="sng" w="9525">
            <a:solidFill>
              <a:schemeClr val="dk2"/>
            </a:solidFill>
            <a:prstDash val="solid"/>
            <a:round/>
            <a:headEnd len="sm" w="sm" type="none"/>
            <a:tailEnd len="sm" w="sm" type="none"/>
          </a:ln>
        </p:spPr>
        <p:txBody>
          <a:bodyPr anchorCtr="0" anchor="ctr" bIns="121900" lIns="121900" spcFirstLastPara="1" rIns="121900" wrap="square" tIns="121900">
            <a:noAutofit/>
          </a:bodyPr>
          <a:lstStyle/>
          <a:p>
            <a:pPr indent="0" lvl="0" marL="0" marR="0" rtl="0" algn="ctr">
              <a:lnSpc>
                <a:spcPct val="100000"/>
              </a:lnSpc>
              <a:spcBef>
                <a:spcPts val="0"/>
              </a:spcBef>
              <a:spcAft>
                <a:spcPts val="0"/>
              </a:spcAft>
              <a:buClr>
                <a:srgbClr val="000000"/>
              </a:buClr>
              <a:buSzPts val="1900"/>
              <a:buFont typeface="Arial"/>
              <a:buNone/>
            </a:pPr>
            <a:r>
              <a:t/>
            </a:r>
            <a:endParaRPr b="0" i="0" sz="1900" u="none" cap="none" strike="noStrike">
              <a:solidFill>
                <a:srgbClr val="000000"/>
              </a:solidFill>
              <a:latin typeface="Arial"/>
              <a:ea typeface="Arial"/>
              <a:cs typeface="Arial"/>
              <a:sym typeface="Arial"/>
            </a:endParaRPr>
          </a:p>
        </p:txBody>
      </p:sp>
      <p:sp>
        <p:nvSpPr>
          <p:cNvPr id="149" name="Google Shape;149;g2d5b2b5e3c8_0_0"/>
          <p:cNvSpPr/>
          <p:nvPr/>
        </p:nvSpPr>
        <p:spPr>
          <a:xfrm rot="10800000">
            <a:off x="4059000" y="0"/>
            <a:ext cx="3346600" cy="6858000"/>
          </a:xfrm>
          <a:prstGeom prst="flowChartOnlineStorage">
            <a:avLst/>
          </a:prstGeom>
          <a:solidFill>
            <a:schemeClr val="accent1"/>
          </a:solidFill>
          <a:ln>
            <a:noFill/>
          </a:ln>
        </p:spPr>
        <p:txBody>
          <a:bodyPr anchorCtr="0" anchor="ctr" bIns="121900" lIns="121900" spcFirstLastPara="1" rIns="121900" wrap="square" tIns="121900">
            <a:noAutofit/>
          </a:bodyPr>
          <a:lstStyle/>
          <a:p>
            <a:pPr indent="0" lvl="0" marL="0" marR="0" rtl="0" algn="ctr">
              <a:lnSpc>
                <a:spcPct val="100000"/>
              </a:lnSpc>
              <a:spcBef>
                <a:spcPts val="0"/>
              </a:spcBef>
              <a:spcAft>
                <a:spcPts val="0"/>
              </a:spcAft>
              <a:buClr>
                <a:srgbClr val="000000"/>
              </a:buClr>
              <a:buSzPts val="1900"/>
              <a:buFont typeface="Arial"/>
              <a:buNone/>
            </a:pPr>
            <a:r>
              <a:t/>
            </a:r>
            <a:endParaRPr b="0" i="0" sz="1900" u="none" cap="none" strike="noStrike">
              <a:solidFill>
                <a:srgbClr val="000000"/>
              </a:solidFill>
              <a:latin typeface="Arial"/>
              <a:ea typeface="Arial"/>
              <a:cs typeface="Arial"/>
              <a:sym typeface="Arial"/>
            </a:endParaRPr>
          </a:p>
        </p:txBody>
      </p:sp>
      <p:pic>
        <p:nvPicPr>
          <p:cNvPr id="150" name="Google Shape;150;g2d5b2b5e3c8_0_0"/>
          <p:cNvPicPr preferRelativeResize="0"/>
          <p:nvPr/>
        </p:nvPicPr>
        <p:blipFill rotWithShape="1">
          <a:blip r:embed="rId5">
            <a:alphaModFix/>
          </a:blip>
          <a:srcRect b="0" l="0" r="0" t="0"/>
          <a:stretch/>
        </p:blipFill>
        <p:spPr>
          <a:xfrm>
            <a:off x="5085767" y="0"/>
            <a:ext cx="6858000" cy="6858000"/>
          </a:xfrm>
          <a:prstGeom prst="rect">
            <a:avLst/>
          </a:prstGeom>
          <a:noFill/>
          <a:ln>
            <a:noFill/>
          </a:ln>
        </p:spPr>
      </p:pic>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154" name="Shape 154"/>
        <p:cNvGrpSpPr/>
        <p:nvPr/>
      </p:nvGrpSpPr>
      <p:grpSpPr>
        <a:xfrm>
          <a:off x="0" y="0"/>
          <a:ext cx="0" cy="0"/>
          <a:chOff x="0" y="0"/>
          <a:chExt cx="0" cy="0"/>
        </a:xfrm>
      </p:grpSpPr>
      <p:sp>
        <p:nvSpPr>
          <p:cNvPr id="155" name="Google Shape;155;g2d75afc7928_0_2"/>
          <p:cNvSpPr/>
          <p:nvPr/>
        </p:nvSpPr>
        <p:spPr>
          <a:xfrm>
            <a:off x="0" y="0"/>
            <a:ext cx="12189300" cy="6858000"/>
          </a:xfrm>
          <a:prstGeom prst="rect">
            <a:avLst/>
          </a:prstGeom>
          <a:solidFill>
            <a:schemeClr val="lt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900"/>
              <a:buFont typeface="Arial"/>
              <a:buNone/>
            </a:pPr>
            <a:r>
              <a:t/>
            </a:r>
            <a:endParaRPr b="0" i="0" sz="1900" u="none" cap="none" strike="noStrike">
              <a:solidFill>
                <a:schemeClr val="lt1"/>
              </a:solidFill>
              <a:latin typeface="Arial"/>
              <a:ea typeface="Arial"/>
              <a:cs typeface="Arial"/>
              <a:sym typeface="Arial"/>
            </a:endParaRPr>
          </a:p>
        </p:txBody>
      </p:sp>
      <p:sp>
        <p:nvSpPr>
          <p:cNvPr id="156" name="Google Shape;156;g2d75afc7928_0_2"/>
          <p:cNvSpPr txBox="1"/>
          <p:nvPr>
            <p:ph type="title"/>
          </p:nvPr>
        </p:nvSpPr>
        <p:spPr>
          <a:xfrm>
            <a:off x="572493" y="238539"/>
            <a:ext cx="11018400" cy="1434300"/>
          </a:xfrm>
          <a:prstGeom prst="rect">
            <a:avLst/>
          </a:prstGeom>
          <a:noFill/>
          <a:ln>
            <a:noFill/>
          </a:ln>
        </p:spPr>
        <p:txBody>
          <a:bodyPr anchorCtr="0" anchor="b" bIns="45700" lIns="91425" spcFirstLastPara="1" rIns="91425" wrap="square" tIns="45700">
            <a:normAutofit/>
          </a:bodyPr>
          <a:lstStyle/>
          <a:p>
            <a:pPr indent="0" lvl="0" marL="0" rtl="0" algn="l">
              <a:lnSpc>
                <a:spcPct val="90000"/>
              </a:lnSpc>
              <a:spcBef>
                <a:spcPts val="0"/>
              </a:spcBef>
              <a:spcAft>
                <a:spcPts val="0"/>
              </a:spcAft>
              <a:buClr>
                <a:schemeClr val="dk1"/>
              </a:buClr>
              <a:buSzPts val="5500"/>
              <a:buFont typeface="Play"/>
              <a:buNone/>
            </a:pPr>
            <a:r>
              <a:rPr lang="en-US">
                <a:latin typeface="Calibri"/>
                <a:ea typeface="Calibri"/>
                <a:cs typeface="Calibri"/>
                <a:sym typeface="Calibri"/>
              </a:rPr>
              <a:t>Welcome to Code Crunch!</a:t>
            </a:r>
            <a:endParaRPr/>
          </a:p>
        </p:txBody>
      </p:sp>
      <p:sp>
        <p:nvSpPr>
          <p:cNvPr id="157" name="Google Shape;157;g2d75afc7928_0_2"/>
          <p:cNvSpPr/>
          <p:nvPr/>
        </p:nvSpPr>
        <p:spPr>
          <a:xfrm>
            <a:off x="572493" y="1681544"/>
            <a:ext cx="10972800" cy="18288"/>
          </a:xfrm>
          <a:custGeom>
            <a:rect b="b" l="l" r="r" t="t"/>
            <a:pathLst>
              <a:path extrusionOk="0" fill="none" h="18288" w="10972800">
                <a:moveTo>
                  <a:pt x="0" y="0"/>
                </a:moveTo>
                <a:cubicBezTo>
                  <a:pt x="165916" y="-1866"/>
                  <a:pt x="188720" y="13756"/>
                  <a:pt x="356616" y="0"/>
                </a:cubicBezTo>
                <a:cubicBezTo>
                  <a:pt x="524512" y="-13756"/>
                  <a:pt x="734781" y="8922"/>
                  <a:pt x="1042416" y="0"/>
                </a:cubicBezTo>
                <a:cubicBezTo>
                  <a:pt x="1350051" y="-8922"/>
                  <a:pt x="1595982" y="-26315"/>
                  <a:pt x="1947672" y="0"/>
                </a:cubicBezTo>
                <a:cubicBezTo>
                  <a:pt x="2299362" y="26315"/>
                  <a:pt x="2292691" y="-19526"/>
                  <a:pt x="2633472" y="0"/>
                </a:cubicBezTo>
                <a:cubicBezTo>
                  <a:pt x="2974253" y="19526"/>
                  <a:pt x="2857309" y="10773"/>
                  <a:pt x="2990088" y="0"/>
                </a:cubicBezTo>
                <a:cubicBezTo>
                  <a:pt x="3122867" y="-10773"/>
                  <a:pt x="3359343" y="7194"/>
                  <a:pt x="3456432" y="0"/>
                </a:cubicBezTo>
                <a:cubicBezTo>
                  <a:pt x="3553521" y="-7194"/>
                  <a:pt x="4136258" y="5108"/>
                  <a:pt x="4361688" y="0"/>
                </a:cubicBezTo>
                <a:cubicBezTo>
                  <a:pt x="4587118" y="-5108"/>
                  <a:pt x="4992424" y="-42958"/>
                  <a:pt x="5266944" y="0"/>
                </a:cubicBezTo>
                <a:cubicBezTo>
                  <a:pt x="5541464" y="42958"/>
                  <a:pt x="5882966" y="-3430"/>
                  <a:pt x="6172200" y="0"/>
                </a:cubicBezTo>
                <a:cubicBezTo>
                  <a:pt x="6461434" y="3430"/>
                  <a:pt x="6432127" y="6688"/>
                  <a:pt x="6528816" y="0"/>
                </a:cubicBezTo>
                <a:cubicBezTo>
                  <a:pt x="6625505" y="-6688"/>
                  <a:pt x="6916805" y="-436"/>
                  <a:pt x="7214616" y="0"/>
                </a:cubicBezTo>
                <a:cubicBezTo>
                  <a:pt x="7512427" y="436"/>
                  <a:pt x="7626159" y="-6909"/>
                  <a:pt x="7790688" y="0"/>
                </a:cubicBezTo>
                <a:cubicBezTo>
                  <a:pt x="7955217" y="6909"/>
                  <a:pt x="8048891" y="15307"/>
                  <a:pt x="8147304" y="0"/>
                </a:cubicBezTo>
                <a:cubicBezTo>
                  <a:pt x="8245717" y="-15307"/>
                  <a:pt x="8645618" y="-11734"/>
                  <a:pt x="9052560" y="0"/>
                </a:cubicBezTo>
                <a:cubicBezTo>
                  <a:pt x="9459502" y="11734"/>
                  <a:pt x="9320584" y="8388"/>
                  <a:pt x="9409176" y="0"/>
                </a:cubicBezTo>
                <a:cubicBezTo>
                  <a:pt x="9497768" y="-8388"/>
                  <a:pt x="9644192" y="8379"/>
                  <a:pt x="9765792" y="0"/>
                </a:cubicBezTo>
                <a:cubicBezTo>
                  <a:pt x="9887392" y="-8379"/>
                  <a:pt x="10105220" y="-12663"/>
                  <a:pt x="10341864" y="0"/>
                </a:cubicBezTo>
                <a:cubicBezTo>
                  <a:pt x="10578508" y="12663"/>
                  <a:pt x="10773103" y="-5786"/>
                  <a:pt x="10972800" y="0"/>
                </a:cubicBezTo>
                <a:cubicBezTo>
                  <a:pt x="10972146" y="8818"/>
                  <a:pt x="10972240" y="13823"/>
                  <a:pt x="10972800" y="18288"/>
                </a:cubicBezTo>
                <a:cubicBezTo>
                  <a:pt x="10588778" y="31598"/>
                  <a:pt x="10543381" y="-12698"/>
                  <a:pt x="10177272" y="18288"/>
                </a:cubicBezTo>
                <a:cubicBezTo>
                  <a:pt x="9811163" y="49274"/>
                  <a:pt x="9996817" y="25662"/>
                  <a:pt x="9820656" y="18288"/>
                </a:cubicBezTo>
                <a:cubicBezTo>
                  <a:pt x="9644495" y="10914"/>
                  <a:pt x="9607007" y="31631"/>
                  <a:pt x="9464040" y="18288"/>
                </a:cubicBezTo>
                <a:cubicBezTo>
                  <a:pt x="9321073" y="4945"/>
                  <a:pt x="9114189" y="28940"/>
                  <a:pt x="8778240" y="18288"/>
                </a:cubicBezTo>
                <a:cubicBezTo>
                  <a:pt x="8442291" y="7636"/>
                  <a:pt x="8594763" y="987"/>
                  <a:pt x="8421624" y="18288"/>
                </a:cubicBezTo>
                <a:cubicBezTo>
                  <a:pt x="8248485" y="35589"/>
                  <a:pt x="7929515" y="37573"/>
                  <a:pt x="7735824" y="18288"/>
                </a:cubicBezTo>
                <a:cubicBezTo>
                  <a:pt x="7542133" y="-997"/>
                  <a:pt x="7252504" y="33858"/>
                  <a:pt x="6940296" y="18288"/>
                </a:cubicBezTo>
                <a:cubicBezTo>
                  <a:pt x="6628088" y="2718"/>
                  <a:pt x="6528503" y="48389"/>
                  <a:pt x="6254496" y="18288"/>
                </a:cubicBezTo>
                <a:cubicBezTo>
                  <a:pt x="5980489" y="-11813"/>
                  <a:pt x="5695784" y="-3740"/>
                  <a:pt x="5458968" y="18288"/>
                </a:cubicBezTo>
                <a:cubicBezTo>
                  <a:pt x="5222152" y="40316"/>
                  <a:pt x="5010751" y="19095"/>
                  <a:pt x="4663440" y="18288"/>
                </a:cubicBezTo>
                <a:cubicBezTo>
                  <a:pt x="4316129" y="17481"/>
                  <a:pt x="4425552" y="1606"/>
                  <a:pt x="4306824" y="18288"/>
                </a:cubicBezTo>
                <a:cubicBezTo>
                  <a:pt x="4188096" y="34970"/>
                  <a:pt x="3941535" y="7481"/>
                  <a:pt x="3840480" y="18288"/>
                </a:cubicBezTo>
                <a:cubicBezTo>
                  <a:pt x="3739425" y="29095"/>
                  <a:pt x="3402388" y="17641"/>
                  <a:pt x="3264408" y="18288"/>
                </a:cubicBezTo>
                <a:cubicBezTo>
                  <a:pt x="3126428" y="18935"/>
                  <a:pt x="2776779" y="9983"/>
                  <a:pt x="2578608" y="18288"/>
                </a:cubicBezTo>
                <a:cubicBezTo>
                  <a:pt x="2380437" y="26593"/>
                  <a:pt x="1909468" y="25818"/>
                  <a:pt x="1673352" y="18288"/>
                </a:cubicBezTo>
                <a:cubicBezTo>
                  <a:pt x="1437236" y="10758"/>
                  <a:pt x="1131180" y="49884"/>
                  <a:pt x="877824" y="18288"/>
                </a:cubicBezTo>
                <a:cubicBezTo>
                  <a:pt x="624468" y="-13308"/>
                  <a:pt x="206753" y="2195"/>
                  <a:pt x="0" y="18288"/>
                </a:cubicBezTo>
                <a:cubicBezTo>
                  <a:pt x="313" y="10654"/>
                  <a:pt x="-263" y="4056"/>
                  <a:pt x="0" y="0"/>
                </a:cubicBezTo>
                <a:close/>
              </a:path>
              <a:path extrusionOk="0" h="18288" w="10972800">
                <a:moveTo>
                  <a:pt x="0" y="0"/>
                </a:moveTo>
                <a:cubicBezTo>
                  <a:pt x="164017" y="-17675"/>
                  <a:pt x="309425" y="9913"/>
                  <a:pt x="466344" y="0"/>
                </a:cubicBezTo>
                <a:cubicBezTo>
                  <a:pt x="623263" y="-9913"/>
                  <a:pt x="659300" y="-14524"/>
                  <a:pt x="822960" y="0"/>
                </a:cubicBezTo>
                <a:cubicBezTo>
                  <a:pt x="986620" y="14524"/>
                  <a:pt x="1105222" y="-16481"/>
                  <a:pt x="1289304" y="0"/>
                </a:cubicBezTo>
                <a:cubicBezTo>
                  <a:pt x="1473386" y="16481"/>
                  <a:pt x="1693223" y="26161"/>
                  <a:pt x="1975104" y="0"/>
                </a:cubicBezTo>
                <a:cubicBezTo>
                  <a:pt x="2256985" y="-26161"/>
                  <a:pt x="2435781" y="23061"/>
                  <a:pt x="2770632" y="0"/>
                </a:cubicBezTo>
                <a:cubicBezTo>
                  <a:pt x="3105483" y="-23061"/>
                  <a:pt x="3247479" y="-44011"/>
                  <a:pt x="3675888" y="0"/>
                </a:cubicBezTo>
                <a:cubicBezTo>
                  <a:pt x="4104297" y="44011"/>
                  <a:pt x="4280918" y="4017"/>
                  <a:pt x="4581144" y="0"/>
                </a:cubicBezTo>
                <a:cubicBezTo>
                  <a:pt x="4881370" y="-4017"/>
                  <a:pt x="5021699" y="-11889"/>
                  <a:pt x="5157216" y="0"/>
                </a:cubicBezTo>
                <a:cubicBezTo>
                  <a:pt x="5292733" y="11889"/>
                  <a:pt x="5603398" y="-17698"/>
                  <a:pt x="5952744" y="0"/>
                </a:cubicBezTo>
                <a:cubicBezTo>
                  <a:pt x="6302090" y="17698"/>
                  <a:pt x="6353093" y="-11909"/>
                  <a:pt x="6638544" y="0"/>
                </a:cubicBezTo>
                <a:cubicBezTo>
                  <a:pt x="6923995" y="11909"/>
                  <a:pt x="7053404" y="21630"/>
                  <a:pt x="7214616" y="0"/>
                </a:cubicBezTo>
                <a:cubicBezTo>
                  <a:pt x="7375828" y="-21630"/>
                  <a:pt x="7837963" y="3886"/>
                  <a:pt x="8010144" y="0"/>
                </a:cubicBezTo>
                <a:cubicBezTo>
                  <a:pt x="8182325" y="-3886"/>
                  <a:pt x="8224183" y="16009"/>
                  <a:pt x="8366760" y="0"/>
                </a:cubicBezTo>
                <a:cubicBezTo>
                  <a:pt x="8509337" y="-16009"/>
                  <a:pt x="8687920" y="-5720"/>
                  <a:pt x="8942832" y="0"/>
                </a:cubicBezTo>
                <a:cubicBezTo>
                  <a:pt x="9197744" y="5720"/>
                  <a:pt x="9368437" y="20479"/>
                  <a:pt x="9628632" y="0"/>
                </a:cubicBezTo>
                <a:cubicBezTo>
                  <a:pt x="9888827" y="-20479"/>
                  <a:pt x="10560858" y="-20746"/>
                  <a:pt x="10972800" y="0"/>
                </a:cubicBezTo>
                <a:cubicBezTo>
                  <a:pt x="10972186" y="5722"/>
                  <a:pt x="10972980" y="12495"/>
                  <a:pt x="10972800" y="18288"/>
                </a:cubicBezTo>
                <a:cubicBezTo>
                  <a:pt x="10786146" y="12536"/>
                  <a:pt x="10623717" y="14033"/>
                  <a:pt x="10506456" y="18288"/>
                </a:cubicBezTo>
                <a:cubicBezTo>
                  <a:pt x="10389195" y="22543"/>
                  <a:pt x="10296178" y="20107"/>
                  <a:pt x="10149840" y="18288"/>
                </a:cubicBezTo>
                <a:cubicBezTo>
                  <a:pt x="10003502" y="16469"/>
                  <a:pt x="9767530" y="28891"/>
                  <a:pt x="9464040" y="18288"/>
                </a:cubicBezTo>
                <a:cubicBezTo>
                  <a:pt x="9160550" y="7685"/>
                  <a:pt x="9229050" y="2659"/>
                  <a:pt x="8997696" y="18288"/>
                </a:cubicBezTo>
                <a:cubicBezTo>
                  <a:pt x="8766342" y="33917"/>
                  <a:pt x="8340136" y="34864"/>
                  <a:pt x="8092440" y="18288"/>
                </a:cubicBezTo>
                <a:cubicBezTo>
                  <a:pt x="7844744" y="1712"/>
                  <a:pt x="7863720" y="27405"/>
                  <a:pt x="7735824" y="18288"/>
                </a:cubicBezTo>
                <a:cubicBezTo>
                  <a:pt x="7607928" y="9171"/>
                  <a:pt x="7323619" y="461"/>
                  <a:pt x="7050024" y="18288"/>
                </a:cubicBezTo>
                <a:cubicBezTo>
                  <a:pt x="6776429" y="36115"/>
                  <a:pt x="6787899" y="28206"/>
                  <a:pt x="6693408" y="18288"/>
                </a:cubicBezTo>
                <a:cubicBezTo>
                  <a:pt x="6598917" y="8370"/>
                  <a:pt x="6395231" y="19114"/>
                  <a:pt x="6227064" y="18288"/>
                </a:cubicBezTo>
                <a:cubicBezTo>
                  <a:pt x="6058897" y="17462"/>
                  <a:pt x="5618582" y="1091"/>
                  <a:pt x="5431536" y="18288"/>
                </a:cubicBezTo>
                <a:cubicBezTo>
                  <a:pt x="5244490" y="35485"/>
                  <a:pt x="4729797" y="-9650"/>
                  <a:pt x="4526280" y="18288"/>
                </a:cubicBezTo>
                <a:cubicBezTo>
                  <a:pt x="4322763" y="46226"/>
                  <a:pt x="4216797" y="756"/>
                  <a:pt x="4059936" y="18288"/>
                </a:cubicBezTo>
                <a:cubicBezTo>
                  <a:pt x="3903075" y="35820"/>
                  <a:pt x="3537912" y="42098"/>
                  <a:pt x="3374136" y="18288"/>
                </a:cubicBezTo>
                <a:cubicBezTo>
                  <a:pt x="3210360" y="-5522"/>
                  <a:pt x="3126842" y="39135"/>
                  <a:pt x="2907792" y="18288"/>
                </a:cubicBezTo>
                <a:cubicBezTo>
                  <a:pt x="2688742" y="-2559"/>
                  <a:pt x="2490436" y="34100"/>
                  <a:pt x="2112264" y="18288"/>
                </a:cubicBezTo>
                <a:cubicBezTo>
                  <a:pt x="1734092" y="2476"/>
                  <a:pt x="1744622" y="-7274"/>
                  <a:pt x="1536192" y="18288"/>
                </a:cubicBezTo>
                <a:cubicBezTo>
                  <a:pt x="1327762" y="43850"/>
                  <a:pt x="1189025" y="6435"/>
                  <a:pt x="1069848" y="18288"/>
                </a:cubicBezTo>
                <a:cubicBezTo>
                  <a:pt x="950671" y="30141"/>
                  <a:pt x="858345" y="33684"/>
                  <a:pt x="713232" y="18288"/>
                </a:cubicBezTo>
                <a:cubicBezTo>
                  <a:pt x="568119" y="2892"/>
                  <a:pt x="250292" y="5410"/>
                  <a:pt x="0" y="18288"/>
                </a:cubicBezTo>
                <a:cubicBezTo>
                  <a:pt x="465" y="13062"/>
                  <a:pt x="-894" y="9029"/>
                  <a:pt x="0" y="0"/>
                </a:cubicBezTo>
                <a:close/>
              </a:path>
            </a:pathLst>
          </a:custGeom>
          <a:solidFill>
            <a:schemeClr val="accent2">
              <a:alpha val="73725"/>
            </a:schemeClr>
          </a:solidFill>
          <a:ln cap="rnd" cmpd="sng" w="44450">
            <a:solidFill>
              <a:schemeClr val="accent2">
                <a:alpha val="73725"/>
              </a:schemeClr>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900"/>
              <a:buFont typeface="Arial"/>
              <a:buNone/>
            </a:pPr>
            <a:r>
              <a:t/>
            </a:r>
            <a:endParaRPr b="0" i="0" sz="1900" u="none" cap="none" strike="noStrike">
              <a:solidFill>
                <a:schemeClr val="lt1"/>
              </a:solidFill>
              <a:latin typeface="Arial"/>
              <a:ea typeface="Arial"/>
              <a:cs typeface="Arial"/>
              <a:sym typeface="Arial"/>
            </a:endParaRPr>
          </a:p>
        </p:txBody>
      </p:sp>
      <p:sp>
        <p:nvSpPr>
          <p:cNvPr id="158" name="Google Shape;158;g2d75afc7928_0_2"/>
          <p:cNvSpPr txBox="1"/>
          <p:nvPr>
            <p:ph idx="1" type="body"/>
          </p:nvPr>
        </p:nvSpPr>
        <p:spPr>
          <a:xfrm>
            <a:off x="572500" y="2071300"/>
            <a:ext cx="10922400" cy="4119300"/>
          </a:xfrm>
          <a:prstGeom prst="rect">
            <a:avLst/>
          </a:prstGeom>
          <a:noFill/>
          <a:ln>
            <a:noFill/>
          </a:ln>
        </p:spPr>
        <p:txBody>
          <a:bodyPr anchorCtr="0" anchor="t" bIns="45700" lIns="91425" spcFirstLastPara="1" rIns="91425" wrap="square" tIns="45700">
            <a:normAutofit fontScale="85000" lnSpcReduction="20000"/>
          </a:bodyPr>
          <a:lstStyle/>
          <a:p>
            <a:pPr indent="0" lvl="0" marL="0" rtl="0" algn="l">
              <a:lnSpc>
                <a:spcPct val="115000"/>
              </a:lnSpc>
              <a:spcBef>
                <a:spcPts val="800"/>
              </a:spcBef>
              <a:spcAft>
                <a:spcPts val="0"/>
              </a:spcAft>
              <a:buClr>
                <a:schemeClr val="dk1"/>
              </a:buClr>
              <a:buSzPct val="34375"/>
              <a:buFont typeface="Arial"/>
              <a:buNone/>
            </a:pPr>
            <a:r>
              <a:rPr lang="en-US" sz="3200"/>
              <a:t>•</a:t>
            </a:r>
            <a:r>
              <a:rPr lang="en-US" sz="3200">
                <a:latin typeface="Calibri"/>
                <a:ea typeface="Calibri"/>
                <a:cs typeface="Calibri"/>
                <a:sym typeface="Calibri"/>
              </a:rPr>
              <a:t>Code Crunch is your go-to platform for collaboration, networking, and hands-on projects. We welcome freshmen, graduates, and alumni from any university, regardless of major or experience level.</a:t>
            </a:r>
            <a:endParaRPr sz="3200">
              <a:latin typeface="Calibri"/>
              <a:ea typeface="Calibri"/>
              <a:cs typeface="Calibri"/>
              <a:sym typeface="Calibri"/>
            </a:endParaRPr>
          </a:p>
          <a:p>
            <a:pPr indent="0" lvl="0" marL="0" rtl="0" algn="l">
              <a:lnSpc>
                <a:spcPct val="115000"/>
              </a:lnSpc>
              <a:spcBef>
                <a:spcPts val="0"/>
              </a:spcBef>
              <a:spcAft>
                <a:spcPts val="0"/>
              </a:spcAft>
              <a:buSzPct val="85714"/>
              <a:buNone/>
            </a:pPr>
            <a:r>
              <a:t/>
            </a:r>
            <a:endParaRPr sz="2100"/>
          </a:p>
          <a:p>
            <a:pPr indent="0" lvl="0" marL="0" rtl="0" algn="l">
              <a:lnSpc>
                <a:spcPct val="115000"/>
              </a:lnSpc>
              <a:spcBef>
                <a:spcPts val="0"/>
              </a:spcBef>
              <a:spcAft>
                <a:spcPts val="0"/>
              </a:spcAft>
              <a:buSzPct val="85714"/>
              <a:buNone/>
            </a:pPr>
            <a:r>
              <a:t/>
            </a:r>
            <a:endParaRPr sz="2100"/>
          </a:p>
          <a:p>
            <a:pPr indent="0" lvl="0" marL="0" rtl="0" algn="l">
              <a:lnSpc>
                <a:spcPct val="115000"/>
              </a:lnSpc>
              <a:spcBef>
                <a:spcPts val="800"/>
              </a:spcBef>
              <a:spcAft>
                <a:spcPts val="0"/>
              </a:spcAft>
              <a:buClr>
                <a:schemeClr val="dk1"/>
              </a:buClr>
              <a:buSzPct val="34375"/>
              <a:buFont typeface="Arial"/>
              <a:buNone/>
            </a:pPr>
            <a:r>
              <a:rPr lang="en-US" sz="3200"/>
              <a:t>•</a:t>
            </a:r>
            <a:r>
              <a:rPr lang="en-US" sz="3200">
                <a:latin typeface="Calibri"/>
                <a:ea typeface="Calibri"/>
                <a:cs typeface="Calibri"/>
                <a:sym typeface="Calibri"/>
              </a:rPr>
              <a:t>Join us virtually via Zoom or in person at Florida International University. Together, we’ll break down barriers in technology, learn through immersive workshops, and build innovative solutions.</a:t>
            </a:r>
            <a:endParaRPr sz="3200">
              <a:latin typeface="Calibri"/>
              <a:ea typeface="Calibri"/>
              <a:cs typeface="Calibri"/>
              <a:sym typeface="Calibri"/>
            </a:endParaRPr>
          </a:p>
          <a:p>
            <a:pPr indent="0" lvl="0" marL="0" rtl="0" algn="l">
              <a:lnSpc>
                <a:spcPct val="115000"/>
              </a:lnSpc>
              <a:spcBef>
                <a:spcPts val="0"/>
              </a:spcBef>
              <a:spcAft>
                <a:spcPts val="0"/>
              </a:spcAft>
              <a:buSzPct val="85714"/>
              <a:buNone/>
            </a:pPr>
            <a:r>
              <a:t/>
            </a:r>
            <a:endParaRPr sz="2100"/>
          </a:p>
          <a:p>
            <a:pPr indent="0" lvl="0" marL="0" rtl="0" algn="l">
              <a:lnSpc>
                <a:spcPct val="90000"/>
              </a:lnSpc>
              <a:spcBef>
                <a:spcPts val="0"/>
              </a:spcBef>
              <a:spcAft>
                <a:spcPts val="0"/>
              </a:spcAft>
              <a:buSzPct val="75000"/>
              <a:buNone/>
            </a:pPr>
            <a:r>
              <a:t/>
            </a:r>
            <a:endParaRPr sz="2400"/>
          </a:p>
          <a:p>
            <a:pPr indent="0" lvl="0" marL="457200" rtl="0" algn="l">
              <a:lnSpc>
                <a:spcPct val="90000"/>
              </a:lnSpc>
              <a:spcBef>
                <a:spcPts val="1100"/>
              </a:spcBef>
              <a:spcAft>
                <a:spcPts val="0"/>
              </a:spcAft>
              <a:buSzPct val="64285"/>
              <a:buNone/>
            </a:pPr>
            <a:r>
              <a:rPr lang="en-US"/>
              <a:t> </a:t>
            </a:r>
            <a:endParaRPr/>
          </a:p>
        </p:txBody>
      </p:sp>
      <p:pic>
        <p:nvPicPr>
          <p:cNvPr id="159" name="Google Shape;159;g2d75afc7928_0_2"/>
          <p:cNvPicPr preferRelativeResize="0"/>
          <p:nvPr/>
        </p:nvPicPr>
        <p:blipFill rotWithShape="1">
          <a:blip r:embed="rId3">
            <a:alphaModFix/>
          </a:blip>
          <a:srcRect b="0" l="0" r="0" t="0"/>
          <a:stretch/>
        </p:blipFill>
        <p:spPr>
          <a:xfrm>
            <a:off x="10173375" y="0"/>
            <a:ext cx="2015925" cy="2015925"/>
          </a:xfrm>
          <a:prstGeom prst="rect">
            <a:avLst/>
          </a:prstGeom>
          <a:noFill/>
          <a:ln>
            <a:noFill/>
          </a:ln>
        </p:spPr>
      </p:pic>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163" name="Shape 163"/>
        <p:cNvGrpSpPr/>
        <p:nvPr/>
      </p:nvGrpSpPr>
      <p:grpSpPr>
        <a:xfrm>
          <a:off x="0" y="0"/>
          <a:ext cx="0" cy="0"/>
          <a:chOff x="0" y="0"/>
          <a:chExt cx="0" cy="0"/>
        </a:xfrm>
      </p:grpSpPr>
      <p:sp>
        <p:nvSpPr>
          <p:cNvPr id="164" name="Google Shape;164;g2d5b2b5e3c8_0_66"/>
          <p:cNvSpPr/>
          <p:nvPr/>
        </p:nvSpPr>
        <p:spPr>
          <a:xfrm>
            <a:off x="0" y="0"/>
            <a:ext cx="12189300" cy="6858000"/>
          </a:xfrm>
          <a:prstGeom prst="rect">
            <a:avLst/>
          </a:prstGeom>
          <a:solidFill>
            <a:schemeClr val="lt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900"/>
              <a:buFont typeface="Arial"/>
              <a:buNone/>
            </a:pPr>
            <a:r>
              <a:t/>
            </a:r>
            <a:endParaRPr b="0" i="0" sz="1900" u="none" cap="none" strike="noStrike">
              <a:solidFill>
                <a:schemeClr val="lt1"/>
              </a:solidFill>
              <a:latin typeface="Arial"/>
              <a:ea typeface="Arial"/>
              <a:cs typeface="Arial"/>
              <a:sym typeface="Arial"/>
            </a:endParaRPr>
          </a:p>
        </p:txBody>
      </p:sp>
      <p:sp>
        <p:nvSpPr>
          <p:cNvPr id="165" name="Google Shape;165;g2d5b2b5e3c8_0_66"/>
          <p:cNvSpPr txBox="1"/>
          <p:nvPr>
            <p:ph type="title"/>
          </p:nvPr>
        </p:nvSpPr>
        <p:spPr>
          <a:xfrm>
            <a:off x="572493" y="238539"/>
            <a:ext cx="11018400" cy="1434300"/>
          </a:xfrm>
          <a:prstGeom prst="rect">
            <a:avLst/>
          </a:prstGeom>
          <a:noFill/>
          <a:ln>
            <a:noFill/>
          </a:ln>
        </p:spPr>
        <p:txBody>
          <a:bodyPr anchorCtr="0" anchor="b" bIns="45700" lIns="91425" spcFirstLastPara="1" rIns="91425" wrap="square" tIns="45700">
            <a:normAutofit/>
          </a:bodyPr>
          <a:lstStyle/>
          <a:p>
            <a:pPr indent="0" lvl="0" marL="0" rtl="0" algn="l">
              <a:lnSpc>
                <a:spcPct val="90000"/>
              </a:lnSpc>
              <a:spcBef>
                <a:spcPts val="0"/>
              </a:spcBef>
              <a:spcAft>
                <a:spcPts val="0"/>
              </a:spcAft>
              <a:buClr>
                <a:schemeClr val="dk1"/>
              </a:buClr>
              <a:buSzPts val="5500"/>
              <a:buFont typeface="Play"/>
              <a:buNone/>
            </a:pPr>
            <a:r>
              <a:rPr lang="en-US">
                <a:latin typeface="Calibri"/>
                <a:ea typeface="Calibri"/>
                <a:cs typeface="Calibri"/>
                <a:sym typeface="Calibri"/>
              </a:rPr>
              <a:t>Our Mission &amp; Vision</a:t>
            </a:r>
            <a:endParaRPr/>
          </a:p>
        </p:txBody>
      </p:sp>
      <p:sp>
        <p:nvSpPr>
          <p:cNvPr id="166" name="Google Shape;166;g2d5b2b5e3c8_0_66"/>
          <p:cNvSpPr/>
          <p:nvPr/>
        </p:nvSpPr>
        <p:spPr>
          <a:xfrm>
            <a:off x="572493" y="1681544"/>
            <a:ext cx="10972800" cy="18288"/>
          </a:xfrm>
          <a:custGeom>
            <a:rect b="b" l="l" r="r" t="t"/>
            <a:pathLst>
              <a:path extrusionOk="0" fill="none" h="18288" w="10972800">
                <a:moveTo>
                  <a:pt x="0" y="0"/>
                </a:moveTo>
                <a:cubicBezTo>
                  <a:pt x="165916" y="-1866"/>
                  <a:pt x="188720" y="13756"/>
                  <a:pt x="356616" y="0"/>
                </a:cubicBezTo>
                <a:cubicBezTo>
                  <a:pt x="524512" y="-13756"/>
                  <a:pt x="734781" y="8922"/>
                  <a:pt x="1042416" y="0"/>
                </a:cubicBezTo>
                <a:cubicBezTo>
                  <a:pt x="1350051" y="-8922"/>
                  <a:pt x="1595982" y="-26315"/>
                  <a:pt x="1947672" y="0"/>
                </a:cubicBezTo>
                <a:cubicBezTo>
                  <a:pt x="2299362" y="26315"/>
                  <a:pt x="2292691" y="-19526"/>
                  <a:pt x="2633472" y="0"/>
                </a:cubicBezTo>
                <a:cubicBezTo>
                  <a:pt x="2974253" y="19526"/>
                  <a:pt x="2857309" y="10773"/>
                  <a:pt x="2990088" y="0"/>
                </a:cubicBezTo>
                <a:cubicBezTo>
                  <a:pt x="3122867" y="-10773"/>
                  <a:pt x="3359343" y="7194"/>
                  <a:pt x="3456432" y="0"/>
                </a:cubicBezTo>
                <a:cubicBezTo>
                  <a:pt x="3553521" y="-7194"/>
                  <a:pt x="4136258" y="5108"/>
                  <a:pt x="4361688" y="0"/>
                </a:cubicBezTo>
                <a:cubicBezTo>
                  <a:pt x="4587118" y="-5108"/>
                  <a:pt x="4992424" y="-42958"/>
                  <a:pt x="5266944" y="0"/>
                </a:cubicBezTo>
                <a:cubicBezTo>
                  <a:pt x="5541464" y="42958"/>
                  <a:pt x="5882966" y="-3430"/>
                  <a:pt x="6172200" y="0"/>
                </a:cubicBezTo>
                <a:cubicBezTo>
                  <a:pt x="6461434" y="3430"/>
                  <a:pt x="6432127" y="6688"/>
                  <a:pt x="6528816" y="0"/>
                </a:cubicBezTo>
                <a:cubicBezTo>
                  <a:pt x="6625505" y="-6688"/>
                  <a:pt x="6916805" y="-436"/>
                  <a:pt x="7214616" y="0"/>
                </a:cubicBezTo>
                <a:cubicBezTo>
                  <a:pt x="7512427" y="436"/>
                  <a:pt x="7626159" y="-6909"/>
                  <a:pt x="7790688" y="0"/>
                </a:cubicBezTo>
                <a:cubicBezTo>
                  <a:pt x="7955217" y="6909"/>
                  <a:pt x="8048891" y="15307"/>
                  <a:pt x="8147304" y="0"/>
                </a:cubicBezTo>
                <a:cubicBezTo>
                  <a:pt x="8245717" y="-15307"/>
                  <a:pt x="8645618" y="-11734"/>
                  <a:pt x="9052560" y="0"/>
                </a:cubicBezTo>
                <a:cubicBezTo>
                  <a:pt x="9459502" y="11734"/>
                  <a:pt x="9320584" y="8388"/>
                  <a:pt x="9409176" y="0"/>
                </a:cubicBezTo>
                <a:cubicBezTo>
                  <a:pt x="9497768" y="-8388"/>
                  <a:pt x="9644192" y="8379"/>
                  <a:pt x="9765792" y="0"/>
                </a:cubicBezTo>
                <a:cubicBezTo>
                  <a:pt x="9887392" y="-8379"/>
                  <a:pt x="10105220" y="-12663"/>
                  <a:pt x="10341864" y="0"/>
                </a:cubicBezTo>
                <a:cubicBezTo>
                  <a:pt x="10578508" y="12663"/>
                  <a:pt x="10773103" y="-5786"/>
                  <a:pt x="10972800" y="0"/>
                </a:cubicBezTo>
                <a:cubicBezTo>
                  <a:pt x="10972146" y="8818"/>
                  <a:pt x="10972240" y="13823"/>
                  <a:pt x="10972800" y="18288"/>
                </a:cubicBezTo>
                <a:cubicBezTo>
                  <a:pt x="10588778" y="31598"/>
                  <a:pt x="10543381" y="-12698"/>
                  <a:pt x="10177272" y="18288"/>
                </a:cubicBezTo>
                <a:cubicBezTo>
                  <a:pt x="9811163" y="49274"/>
                  <a:pt x="9996817" y="25662"/>
                  <a:pt x="9820656" y="18288"/>
                </a:cubicBezTo>
                <a:cubicBezTo>
                  <a:pt x="9644495" y="10914"/>
                  <a:pt x="9607007" y="31631"/>
                  <a:pt x="9464040" y="18288"/>
                </a:cubicBezTo>
                <a:cubicBezTo>
                  <a:pt x="9321073" y="4945"/>
                  <a:pt x="9114189" y="28940"/>
                  <a:pt x="8778240" y="18288"/>
                </a:cubicBezTo>
                <a:cubicBezTo>
                  <a:pt x="8442291" y="7636"/>
                  <a:pt x="8594763" y="987"/>
                  <a:pt x="8421624" y="18288"/>
                </a:cubicBezTo>
                <a:cubicBezTo>
                  <a:pt x="8248485" y="35589"/>
                  <a:pt x="7929515" y="37573"/>
                  <a:pt x="7735824" y="18288"/>
                </a:cubicBezTo>
                <a:cubicBezTo>
                  <a:pt x="7542133" y="-997"/>
                  <a:pt x="7252504" y="33858"/>
                  <a:pt x="6940296" y="18288"/>
                </a:cubicBezTo>
                <a:cubicBezTo>
                  <a:pt x="6628088" y="2718"/>
                  <a:pt x="6528503" y="48389"/>
                  <a:pt x="6254496" y="18288"/>
                </a:cubicBezTo>
                <a:cubicBezTo>
                  <a:pt x="5980489" y="-11813"/>
                  <a:pt x="5695784" y="-3740"/>
                  <a:pt x="5458968" y="18288"/>
                </a:cubicBezTo>
                <a:cubicBezTo>
                  <a:pt x="5222152" y="40316"/>
                  <a:pt x="5010751" y="19095"/>
                  <a:pt x="4663440" y="18288"/>
                </a:cubicBezTo>
                <a:cubicBezTo>
                  <a:pt x="4316129" y="17481"/>
                  <a:pt x="4425552" y="1606"/>
                  <a:pt x="4306824" y="18288"/>
                </a:cubicBezTo>
                <a:cubicBezTo>
                  <a:pt x="4188096" y="34970"/>
                  <a:pt x="3941535" y="7481"/>
                  <a:pt x="3840480" y="18288"/>
                </a:cubicBezTo>
                <a:cubicBezTo>
                  <a:pt x="3739425" y="29095"/>
                  <a:pt x="3402388" y="17641"/>
                  <a:pt x="3264408" y="18288"/>
                </a:cubicBezTo>
                <a:cubicBezTo>
                  <a:pt x="3126428" y="18935"/>
                  <a:pt x="2776779" y="9983"/>
                  <a:pt x="2578608" y="18288"/>
                </a:cubicBezTo>
                <a:cubicBezTo>
                  <a:pt x="2380437" y="26593"/>
                  <a:pt x="1909468" y="25818"/>
                  <a:pt x="1673352" y="18288"/>
                </a:cubicBezTo>
                <a:cubicBezTo>
                  <a:pt x="1437236" y="10758"/>
                  <a:pt x="1131180" y="49884"/>
                  <a:pt x="877824" y="18288"/>
                </a:cubicBezTo>
                <a:cubicBezTo>
                  <a:pt x="624468" y="-13308"/>
                  <a:pt x="206753" y="2195"/>
                  <a:pt x="0" y="18288"/>
                </a:cubicBezTo>
                <a:cubicBezTo>
                  <a:pt x="313" y="10654"/>
                  <a:pt x="-263" y="4056"/>
                  <a:pt x="0" y="0"/>
                </a:cubicBezTo>
                <a:close/>
              </a:path>
              <a:path extrusionOk="0" h="18288" w="10972800">
                <a:moveTo>
                  <a:pt x="0" y="0"/>
                </a:moveTo>
                <a:cubicBezTo>
                  <a:pt x="164017" y="-17675"/>
                  <a:pt x="309425" y="9913"/>
                  <a:pt x="466344" y="0"/>
                </a:cubicBezTo>
                <a:cubicBezTo>
                  <a:pt x="623263" y="-9913"/>
                  <a:pt x="659300" y="-14524"/>
                  <a:pt x="822960" y="0"/>
                </a:cubicBezTo>
                <a:cubicBezTo>
                  <a:pt x="986620" y="14524"/>
                  <a:pt x="1105222" y="-16481"/>
                  <a:pt x="1289304" y="0"/>
                </a:cubicBezTo>
                <a:cubicBezTo>
                  <a:pt x="1473386" y="16481"/>
                  <a:pt x="1693223" y="26161"/>
                  <a:pt x="1975104" y="0"/>
                </a:cubicBezTo>
                <a:cubicBezTo>
                  <a:pt x="2256985" y="-26161"/>
                  <a:pt x="2435781" y="23061"/>
                  <a:pt x="2770632" y="0"/>
                </a:cubicBezTo>
                <a:cubicBezTo>
                  <a:pt x="3105483" y="-23061"/>
                  <a:pt x="3247479" y="-44011"/>
                  <a:pt x="3675888" y="0"/>
                </a:cubicBezTo>
                <a:cubicBezTo>
                  <a:pt x="4104297" y="44011"/>
                  <a:pt x="4280918" y="4017"/>
                  <a:pt x="4581144" y="0"/>
                </a:cubicBezTo>
                <a:cubicBezTo>
                  <a:pt x="4881370" y="-4017"/>
                  <a:pt x="5021699" y="-11889"/>
                  <a:pt x="5157216" y="0"/>
                </a:cubicBezTo>
                <a:cubicBezTo>
                  <a:pt x="5292733" y="11889"/>
                  <a:pt x="5603398" y="-17698"/>
                  <a:pt x="5952744" y="0"/>
                </a:cubicBezTo>
                <a:cubicBezTo>
                  <a:pt x="6302090" y="17698"/>
                  <a:pt x="6353093" y="-11909"/>
                  <a:pt x="6638544" y="0"/>
                </a:cubicBezTo>
                <a:cubicBezTo>
                  <a:pt x="6923995" y="11909"/>
                  <a:pt x="7053404" y="21630"/>
                  <a:pt x="7214616" y="0"/>
                </a:cubicBezTo>
                <a:cubicBezTo>
                  <a:pt x="7375828" y="-21630"/>
                  <a:pt x="7837963" y="3886"/>
                  <a:pt x="8010144" y="0"/>
                </a:cubicBezTo>
                <a:cubicBezTo>
                  <a:pt x="8182325" y="-3886"/>
                  <a:pt x="8224183" y="16009"/>
                  <a:pt x="8366760" y="0"/>
                </a:cubicBezTo>
                <a:cubicBezTo>
                  <a:pt x="8509337" y="-16009"/>
                  <a:pt x="8687920" y="-5720"/>
                  <a:pt x="8942832" y="0"/>
                </a:cubicBezTo>
                <a:cubicBezTo>
                  <a:pt x="9197744" y="5720"/>
                  <a:pt x="9368437" y="20479"/>
                  <a:pt x="9628632" y="0"/>
                </a:cubicBezTo>
                <a:cubicBezTo>
                  <a:pt x="9888827" y="-20479"/>
                  <a:pt x="10560858" y="-20746"/>
                  <a:pt x="10972800" y="0"/>
                </a:cubicBezTo>
                <a:cubicBezTo>
                  <a:pt x="10972186" y="5722"/>
                  <a:pt x="10972980" y="12495"/>
                  <a:pt x="10972800" y="18288"/>
                </a:cubicBezTo>
                <a:cubicBezTo>
                  <a:pt x="10786146" y="12536"/>
                  <a:pt x="10623717" y="14033"/>
                  <a:pt x="10506456" y="18288"/>
                </a:cubicBezTo>
                <a:cubicBezTo>
                  <a:pt x="10389195" y="22543"/>
                  <a:pt x="10296178" y="20107"/>
                  <a:pt x="10149840" y="18288"/>
                </a:cubicBezTo>
                <a:cubicBezTo>
                  <a:pt x="10003502" y="16469"/>
                  <a:pt x="9767530" y="28891"/>
                  <a:pt x="9464040" y="18288"/>
                </a:cubicBezTo>
                <a:cubicBezTo>
                  <a:pt x="9160550" y="7685"/>
                  <a:pt x="9229050" y="2659"/>
                  <a:pt x="8997696" y="18288"/>
                </a:cubicBezTo>
                <a:cubicBezTo>
                  <a:pt x="8766342" y="33917"/>
                  <a:pt x="8340136" y="34864"/>
                  <a:pt x="8092440" y="18288"/>
                </a:cubicBezTo>
                <a:cubicBezTo>
                  <a:pt x="7844744" y="1712"/>
                  <a:pt x="7863720" y="27405"/>
                  <a:pt x="7735824" y="18288"/>
                </a:cubicBezTo>
                <a:cubicBezTo>
                  <a:pt x="7607928" y="9171"/>
                  <a:pt x="7323619" y="461"/>
                  <a:pt x="7050024" y="18288"/>
                </a:cubicBezTo>
                <a:cubicBezTo>
                  <a:pt x="6776429" y="36115"/>
                  <a:pt x="6787899" y="28206"/>
                  <a:pt x="6693408" y="18288"/>
                </a:cubicBezTo>
                <a:cubicBezTo>
                  <a:pt x="6598917" y="8370"/>
                  <a:pt x="6395231" y="19114"/>
                  <a:pt x="6227064" y="18288"/>
                </a:cubicBezTo>
                <a:cubicBezTo>
                  <a:pt x="6058897" y="17462"/>
                  <a:pt x="5618582" y="1091"/>
                  <a:pt x="5431536" y="18288"/>
                </a:cubicBezTo>
                <a:cubicBezTo>
                  <a:pt x="5244490" y="35485"/>
                  <a:pt x="4729797" y="-9650"/>
                  <a:pt x="4526280" y="18288"/>
                </a:cubicBezTo>
                <a:cubicBezTo>
                  <a:pt x="4322763" y="46226"/>
                  <a:pt x="4216797" y="756"/>
                  <a:pt x="4059936" y="18288"/>
                </a:cubicBezTo>
                <a:cubicBezTo>
                  <a:pt x="3903075" y="35820"/>
                  <a:pt x="3537912" y="42098"/>
                  <a:pt x="3374136" y="18288"/>
                </a:cubicBezTo>
                <a:cubicBezTo>
                  <a:pt x="3210360" y="-5522"/>
                  <a:pt x="3126842" y="39135"/>
                  <a:pt x="2907792" y="18288"/>
                </a:cubicBezTo>
                <a:cubicBezTo>
                  <a:pt x="2688742" y="-2559"/>
                  <a:pt x="2490436" y="34100"/>
                  <a:pt x="2112264" y="18288"/>
                </a:cubicBezTo>
                <a:cubicBezTo>
                  <a:pt x="1734092" y="2476"/>
                  <a:pt x="1744622" y="-7274"/>
                  <a:pt x="1536192" y="18288"/>
                </a:cubicBezTo>
                <a:cubicBezTo>
                  <a:pt x="1327762" y="43850"/>
                  <a:pt x="1189025" y="6435"/>
                  <a:pt x="1069848" y="18288"/>
                </a:cubicBezTo>
                <a:cubicBezTo>
                  <a:pt x="950671" y="30141"/>
                  <a:pt x="858345" y="33684"/>
                  <a:pt x="713232" y="18288"/>
                </a:cubicBezTo>
                <a:cubicBezTo>
                  <a:pt x="568119" y="2892"/>
                  <a:pt x="250292" y="5410"/>
                  <a:pt x="0" y="18288"/>
                </a:cubicBezTo>
                <a:cubicBezTo>
                  <a:pt x="465" y="13062"/>
                  <a:pt x="-894" y="9029"/>
                  <a:pt x="0" y="0"/>
                </a:cubicBezTo>
                <a:close/>
              </a:path>
            </a:pathLst>
          </a:custGeom>
          <a:solidFill>
            <a:schemeClr val="accent2">
              <a:alpha val="73333"/>
            </a:schemeClr>
          </a:solidFill>
          <a:ln cap="rnd" cmpd="sng" w="44450">
            <a:solidFill>
              <a:schemeClr val="accent2">
                <a:alpha val="73333"/>
              </a:schemeClr>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900"/>
              <a:buFont typeface="Arial"/>
              <a:buNone/>
            </a:pPr>
            <a:r>
              <a:t/>
            </a:r>
            <a:endParaRPr b="0" i="0" sz="1900" u="none" cap="none" strike="noStrike">
              <a:solidFill>
                <a:schemeClr val="lt1"/>
              </a:solidFill>
              <a:latin typeface="Arial"/>
              <a:ea typeface="Arial"/>
              <a:cs typeface="Arial"/>
              <a:sym typeface="Arial"/>
            </a:endParaRPr>
          </a:p>
        </p:txBody>
      </p:sp>
      <p:sp>
        <p:nvSpPr>
          <p:cNvPr id="167" name="Google Shape;167;g2d5b2b5e3c8_0_66"/>
          <p:cNvSpPr txBox="1"/>
          <p:nvPr>
            <p:ph idx="1" type="body"/>
          </p:nvPr>
        </p:nvSpPr>
        <p:spPr>
          <a:xfrm>
            <a:off x="572500" y="2071300"/>
            <a:ext cx="10922400" cy="1927500"/>
          </a:xfrm>
          <a:prstGeom prst="rect">
            <a:avLst/>
          </a:prstGeom>
          <a:noFill/>
          <a:ln>
            <a:noFill/>
          </a:ln>
        </p:spPr>
        <p:txBody>
          <a:bodyPr anchorCtr="0" anchor="t" bIns="45700" lIns="91425" spcFirstLastPara="1" rIns="91425" wrap="square" tIns="45700">
            <a:normAutofit lnSpcReduction="20000"/>
          </a:bodyPr>
          <a:lstStyle/>
          <a:p>
            <a:pPr indent="0" lvl="0" marL="0" rtl="0" algn="l">
              <a:lnSpc>
                <a:spcPct val="90000"/>
              </a:lnSpc>
              <a:spcBef>
                <a:spcPts val="0"/>
              </a:spcBef>
              <a:spcAft>
                <a:spcPts val="0"/>
              </a:spcAft>
              <a:buSzPts val="1800"/>
              <a:buNone/>
            </a:pPr>
            <a:r>
              <a:rPr b="1" lang="en-US" sz="2400"/>
              <a:t>Mission:</a:t>
            </a:r>
            <a:endParaRPr b="1" sz="2400"/>
          </a:p>
          <a:p>
            <a:pPr indent="0" lvl="0" marL="0" rtl="0" algn="l">
              <a:lnSpc>
                <a:spcPct val="90000"/>
              </a:lnSpc>
              <a:spcBef>
                <a:spcPts val="0"/>
              </a:spcBef>
              <a:spcAft>
                <a:spcPts val="0"/>
              </a:spcAft>
              <a:buSzPts val="1800"/>
              <a:buNone/>
            </a:pPr>
            <a:r>
              <a:t/>
            </a:r>
            <a:endParaRPr b="1" sz="2400"/>
          </a:p>
          <a:p>
            <a:pPr indent="0" lvl="0" marL="0" rtl="0" algn="l">
              <a:lnSpc>
                <a:spcPct val="115000"/>
              </a:lnSpc>
              <a:spcBef>
                <a:spcPts val="0"/>
              </a:spcBef>
              <a:spcAft>
                <a:spcPts val="0"/>
              </a:spcAft>
              <a:buSzPts val="1800"/>
              <a:buNone/>
            </a:pPr>
            <a:r>
              <a:rPr lang="en-US" sz="2100"/>
              <a:t>Our mission is to equip students with the technical skills and professional connections needed to excel in coding interviews and beyond. We provide a platform where students can collaborate, learn, and grow professionally while emphasizing the importance of diversity and inclusion in the tech industry</a:t>
            </a:r>
            <a:endParaRPr/>
          </a:p>
        </p:txBody>
      </p:sp>
      <p:pic>
        <p:nvPicPr>
          <p:cNvPr id="168" name="Google Shape;168;g2d5b2b5e3c8_0_66"/>
          <p:cNvPicPr preferRelativeResize="0"/>
          <p:nvPr/>
        </p:nvPicPr>
        <p:blipFill rotWithShape="1">
          <a:blip r:embed="rId3">
            <a:alphaModFix/>
          </a:blip>
          <a:srcRect b="0" l="0" r="0" t="0"/>
          <a:stretch/>
        </p:blipFill>
        <p:spPr>
          <a:xfrm>
            <a:off x="10173375" y="0"/>
            <a:ext cx="2015925" cy="2015925"/>
          </a:xfrm>
          <a:prstGeom prst="rect">
            <a:avLst/>
          </a:prstGeom>
          <a:noFill/>
          <a:ln>
            <a:noFill/>
          </a:ln>
        </p:spPr>
      </p:pic>
      <p:sp>
        <p:nvSpPr>
          <p:cNvPr id="169" name="Google Shape;169;g2d5b2b5e3c8_0_66"/>
          <p:cNvSpPr txBox="1"/>
          <p:nvPr>
            <p:ph idx="1" type="body"/>
          </p:nvPr>
        </p:nvSpPr>
        <p:spPr>
          <a:xfrm>
            <a:off x="620500" y="3922750"/>
            <a:ext cx="10922400" cy="2370600"/>
          </a:xfrm>
          <a:prstGeom prst="rect">
            <a:avLst/>
          </a:prstGeom>
          <a:noFill/>
          <a:ln>
            <a:noFill/>
          </a:ln>
        </p:spPr>
        <p:txBody>
          <a:bodyPr anchorCtr="0" anchor="t" bIns="45700" lIns="91425" spcFirstLastPara="1" rIns="91425" wrap="square" tIns="45700">
            <a:noAutofit/>
          </a:bodyPr>
          <a:lstStyle/>
          <a:p>
            <a:pPr indent="0" lvl="0" marL="0" rtl="0" algn="l">
              <a:lnSpc>
                <a:spcPct val="90000"/>
              </a:lnSpc>
              <a:spcBef>
                <a:spcPts val="0"/>
              </a:spcBef>
              <a:spcAft>
                <a:spcPts val="0"/>
              </a:spcAft>
              <a:buSzPts val="1800"/>
              <a:buNone/>
            </a:pPr>
            <a:r>
              <a:rPr b="1" lang="en-US" sz="2400"/>
              <a:t>Vision:</a:t>
            </a:r>
            <a:endParaRPr b="1" sz="2400"/>
          </a:p>
          <a:p>
            <a:pPr indent="0" lvl="0" marL="0" rtl="0" algn="l">
              <a:lnSpc>
                <a:spcPct val="90000"/>
              </a:lnSpc>
              <a:spcBef>
                <a:spcPts val="0"/>
              </a:spcBef>
              <a:spcAft>
                <a:spcPts val="0"/>
              </a:spcAft>
              <a:buSzPts val="1800"/>
              <a:buNone/>
            </a:pPr>
            <a:r>
              <a:t/>
            </a:r>
            <a:endParaRPr b="1" sz="2100"/>
          </a:p>
          <a:p>
            <a:pPr indent="0" lvl="0" marL="0" rtl="0" algn="l">
              <a:lnSpc>
                <a:spcPct val="115000"/>
              </a:lnSpc>
              <a:spcBef>
                <a:spcPts val="0"/>
              </a:spcBef>
              <a:spcAft>
                <a:spcPts val="0"/>
              </a:spcAft>
              <a:buSzPts val="1800"/>
              <a:buNone/>
            </a:pPr>
            <a:r>
              <a:rPr lang="en-US" sz="2100"/>
              <a:t>We strive to bridge the gap between academia and the tech industry by offering hands-on workshops, technical interview preparation, hackathons, and networking opportunities with experts from leading companies. Our vision is to empower students from all backgrounds to achieve their full potential, foster an inclusive tech community, and build a strong, supportive alumni network. By covering a wide range of technical areas, we aim to prepare students for success in a variety of tech careers.</a:t>
            </a:r>
            <a:endParaRPr sz="2100"/>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173" name="Shape 173"/>
        <p:cNvGrpSpPr/>
        <p:nvPr/>
      </p:nvGrpSpPr>
      <p:grpSpPr>
        <a:xfrm>
          <a:off x="0" y="0"/>
          <a:ext cx="0" cy="0"/>
          <a:chOff x="0" y="0"/>
          <a:chExt cx="0" cy="0"/>
        </a:xfrm>
      </p:grpSpPr>
      <p:sp>
        <p:nvSpPr>
          <p:cNvPr id="174" name="Google Shape;174;g2d75afc7928_0_24"/>
          <p:cNvSpPr/>
          <p:nvPr/>
        </p:nvSpPr>
        <p:spPr>
          <a:xfrm>
            <a:off x="0" y="0"/>
            <a:ext cx="12189300" cy="6858000"/>
          </a:xfrm>
          <a:prstGeom prst="rect">
            <a:avLst/>
          </a:prstGeom>
          <a:solidFill>
            <a:schemeClr val="lt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900"/>
              <a:buFont typeface="Arial"/>
              <a:buNone/>
            </a:pPr>
            <a:r>
              <a:t/>
            </a:r>
            <a:endParaRPr b="0" i="0" sz="1900" u="none" cap="none" strike="noStrike">
              <a:solidFill>
                <a:schemeClr val="lt1"/>
              </a:solidFill>
              <a:latin typeface="Arial"/>
              <a:ea typeface="Arial"/>
              <a:cs typeface="Arial"/>
              <a:sym typeface="Arial"/>
            </a:endParaRPr>
          </a:p>
        </p:txBody>
      </p:sp>
      <p:sp>
        <p:nvSpPr>
          <p:cNvPr id="175" name="Google Shape;175;g2d75afc7928_0_24"/>
          <p:cNvSpPr txBox="1"/>
          <p:nvPr>
            <p:ph type="title"/>
          </p:nvPr>
        </p:nvSpPr>
        <p:spPr>
          <a:xfrm>
            <a:off x="572493" y="238539"/>
            <a:ext cx="11018400" cy="1434300"/>
          </a:xfrm>
          <a:prstGeom prst="rect">
            <a:avLst/>
          </a:prstGeom>
          <a:noFill/>
          <a:ln>
            <a:noFill/>
          </a:ln>
        </p:spPr>
        <p:txBody>
          <a:bodyPr anchorCtr="0" anchor="b" bIns="45700" lIns="91425" spcFirstLastPara="1" rIns="91425" wrap="square" tIns="45700">
            <a:normAutofit/>
          </a:bodyPr>
          <a:lstStyle/>
          <a:p>
            <a:pPr indent="0" lvl="0" marL="0" rtl="0" algn="l">
              <a:lnSpc>
                <a:spcPct val="90000"/>
              </a:lnSpc>
              <a:spcBef>
                <a:spcPts val="0"/>
              </a:spcBef>
              <a:spcAft>
                <a:spcPts val="0"/>
              </a:spcAft>
              <a:buClr>
                <a:schemeClr val="dk1"/>
              </a:buClr>
              <a:buSzPts val="5500"/>
              <a:buFont typeface="Play"/>
              <a:buNone/>
            </a:pPr>
            <a:r>
              <a:rPr lang="en-US">
                <a:latin typeface="Calibri"/>
                <a:ea typeface="Calibri"/>
                <a:cs typeface="Calibri"/>
                <a:sym typeface="Calibri"/>
              </a:rPr>
              <a:t>What We Offer</a:t>
            </a:r>
            <a:endParaRPr/>
          </a:p>
        </p:txBody>
      </p:sp>
      <p:sp>
        <p:nvSpPr>
          <p:cNvPr id="176" name="Google Shape;176;g2d75afc7928_0_24"/>
          <p:cNvSpPr/>
          <p:nvPr/>
        </p:nvSpPr>
        <p:spPr>
          <a:xfrm>
            <a:off x="572493" y="1681544"/>
            <a:ext cx="10972800" cy="18288"/>
          </a:xfrm>
          <a:custGeom>
            <a:rect b="b" l="l" r="r" t="t"/>
            <a:pathLst>
              <a:path extrusionOk="0" fill="none" h="18288" w="10972800">
                <a:moveTo>
                  <a:pt x="0" y="0"/>
                </a:moveTo>
                <a:cubicBezTo>
                  <a:pt x="165916" y="-1866"/>
                  <a:pt x="188720" y="13756"/>
                  <a:pt x="356616" y="0"/>
                </a:cubicBezTo>
                <a:cubicBezTo>
                  <a:pt x="524512" y="-13756"/>
                  <a:pt x="734781" y="8922"/>
                  <a:pt x="1042416" y="0"/>
                </a:cubicBezTo>
                <a:cubicBezTo>
                  <a:pt x="1350051" y="-8922"/>
                  <a:pt x="1595982" y="-26315"/>
                  <a:pt x="1947672" y="0"/>
                </a:cubicBezTo>
                <a:cubicBezTo>
                  <a:pt x="2299362" y="26315"/>
                  <a:pt x="2292691" y="-19526"/>
                  <a:pt x="2633472" y="0"/>
                </a:cubicBezTo>
                <a:cubicBezTo>
                  <a:pt x="2974253" y="19526"/>
                  <a:pt x="2857309" y="10773"/>
                  <a:pt x="2990088" y="0"/>
                </a:cubicBezTo>
                <a:cubicBezTo>
                  <a:pt x="3122867" y="-10773"/>
                  <a:pt x="3359343" y="7194"/>
                  <a:pt x="3456432" y="0"/>
                </a:cubicBezTo>
                <a:cubicBezTo>
                  <a:pt x="3553521" y="-7194"/>
                  <a:pt x="4136258" y="5108"/>
                  <a:pt x="4361688" y="0"/>
                </a:cubicBezTo>
                <a:cubicBezTo>
                  <a:pt x="4587118" y="-5108"/>
                  <a:pt x="4992424" y="-42958"/>
                  <a:pt x="5266944" y="0"/>
                </a:cubicBezTo>
                <a:cubicBezTo>
                  <a:pt x="5541464" y="42958"/>
                  <a:pt x="5882966" y="-3430"/>
                  <a:pt x="6172200" y="0"/>
                </a:cubicBezTo>
                <a:cubicBezTo>
                  <a:pt x="6461434" y="3430"/>
                  <a:pt x="6432127" y="6688"/>
                  <a:pt x="6528816" y="0"/>
                </a:cubicBezTo>
                <a:cubicBezTo>
                  <a:pt x="6625505" y="-6688"/>
                  <a:pt x="6916805" y="-436"/>
                  <a:pt x="7214616" y="0"/>
                </a:cubicBezTo>
                <a:cubicBezTo>
                  <a:pt x="7512427" y="436"/>
                  <a:pt x="7626159" y="-6909"/>
                  <a:pt x="7790688" y="0"/>
                </a:cubicBezTo>
                <a:cubicBezTo>
                  <a:pt x="7955217" y="6909"/>
                  <a:pt x="8048891" y="15307"/>
                  <a:pt x="8147304" y="0"/>
                </a:cubicBezTo>
                <a:cubicBezTo>
                  <a:pt x="8245717" y="-15307"/>
                  <a:pt x="8645618" y="-11734"/>
                  <a:pt x="9052560" y="0"/>
                </a:cubicBezTo>
                <a:cubicBezTo>
                  <a:pt x="9459502" y="11734"/>
                  <a:pt x="9320584" y="8388"/>
                  <a:pt x="9409176" y="0"/>
                </a:cubicBezTo>
                <a:cubicBezTo>
                  <a:pt x="9497768" y="-8388"/>
                  <a:pt x="9644192" y="8379"/>
                  <a:pt x="9765792" y="0"/>
                </a:cubicBezTo>
                <a:cubicBezTo>
                  <a:pt x="9887392" y="-8379"/>
                  <a:pt x="10105220" y="-12663"/>
                  <a:pt x="10341864" y="0"/>
                </a:cubicBezTo>
                <a:cubicBezTo>
                  <a:pt x="10578508" y="12663"/>
                  <a:pt x="10773103" y="-5786"/>
                  <a:pt x="10972800" y="0"/>
                </a:cubicBezTo>
                <a:cubicBezTo>
                  <a:pt x="10972146" y="8818"/>
                  <a:pt x="10972240" y="13823"/>
                  <a:pt x="10972800" y="18288"/>
                </a:cubicBezTo>
                <a:cubicBezTo>
                  <a:pt x="10588778" y="31598"/>
                  <a:pt x="10543381" y="-12698"/>
                  <a:pt x="10177272" y="18288"/>
                </a:cubicBezTo>
                <a:cubicBezTo>
                  <a:pt x="9811163" y="49274"/>
                  <a:pt x="9996817" y="25662"/>
                  <a:pt x="9820656" y="18288"/>
                </a:cubicBezTo>
                <a:cubicBezTo>
                  <a:pt x="9644495" y="10914"/>
                  <a:pt x="9607007" y="31631"/>
                  <a:pt x="9464040" y="18288"/>
                </a:cubicBezTo>
                <a:cubicBezTo>
                  <a:pt x="9321073" y="4945"/>
                  <a:pt x="9114189" y="28940"/>
                  <a:pt x="8778240" y="18288"/>
                </a:cubicBezTo>
                <a:cubicBezTo>
                  <a:pt x="8442291" y="7636"/>
                  <a:pt x="8594763" y="987"/>
                  <a:pt x="8421624" y="18288"/>
                </a:cubicBezTo>
                <a:cubicBezTo>
                  <a:pt x="8248485" y="35589"/>
                  <a:pt x="7929515" y="37573"/>
                  <a:pt x="7735824" y="18288"/>
                </a:cubicBezTo>
                <a:cubicBezTo>
                  <a:pt x="7542133" y="-997"/>
                  <a:pt x="7252504" y="33858"/>
                  <a:pt x="6940296" y="18288"/>
                </a:cubicBezTo>
                <a:cubicBezTo>
                  <a:pt x="6628088" y="2718"/>
                  <a:pt x="6528503" y="48389"/>
                  <a:pt x="6254496" y="18288"/>
                </a:cubicBezTo>
                <a:cubicBezTo>
                  <a:pt x="5980489" y="-11813"/>
                  <a:pt x="5695784" y="-3740"/>
                  <a:pt x="5458968" y="18288"/>
                </a:cubicBezTo>
                <a:cubicBezTo>
                  <a:pt x="5222152" y="40316"/>
                  <a:pt x="5010751" y="19095"/>
                  <a:pt x="4663440" y="18288"/>
                </a:cubicBezTo>
                <a:cubicBezTo>
                  <a:pt x="4316129" y="17481"/>
                  <a:pt x="4425552" y="1606"/>
                  <a:pt x="4306824" y="18288"/>
                </a:cubicBezTo>
                <a:cubicBezTo>
                  <a:pt x="4188096" y="34970"/>
                  <a:pt x="3941535" y="7481"/>
                  <a:pt x="3840480" y="18288"/>
                </a:cubicBezTo>
                <a:cubicBezTo>
                  <a:pt x="3739425" y="29095"/>
                  <a:pt x="3402388" y="17641"/>
                  <a:pt x="3264408" y="18288"/>
                </a:cubicBezTo>
                <a:cubicBezTo>
                  <a:pt x="3126428" y="18935"/>
                  <a:pt x="2776779" y="9983"/>
                  <a:pt x="2578608" y="18288"/>
                </a:cubicBezTo>
                <a:cubicBezTo>
                  <a:pt x="2380437" y="26593"/>
                  <a:pt x="1909468" y="25818"/>
                  <a:pt x="1673352" y="18288"/>
                </a:cubicBezTo>
                <a:cubicBezTo>
                  <a:pt x="1437236" y="10758"/>
                  <a:pt x="1131180" y="49884"/>
                  <a:pt x="877824" y="18288"/>
                </a:cubicBezTo>
                <a:cubicBezTo>
                  <a:pt x="624468" y="-13308"/>
                  <a:pt x="206753" y="2195"/>
                  <a:pt x="0" y="18288"/>
                </a:cubicBezTo>
                <a:cubicBezTo>
                  <a:pt x="313" y="10654"/>
                  <a:pt x="-263" y="4056"/>
                  <a:pt x="0" y="0"/>
                </a:cubicBezTo>
                <a:close/>
              </a:path>
              <a:path extrusionOk="0" h="18288" w="10972800">
                <a:moveTo>
                  <a:pt x="0" y="0"/>
                </a:moveTo>
                <a:cubicBezTo>
                  <a:pt x="164017" y="-17675"/>
                  <a:pt x="309425" y="9913"/>
                  <a:pt x="466344" y="0"/>
                </a:cubicBezTo>
                <a:cubicBezTo>
                  <a:pt x="623263" y="-9913"/>
                  <a:pt x="659300" y="-14524"/>
                  <a:pt x="822960" y="0"/>
                </a:cubicBezTo>
                <a:cubicBezTo>
                  <a:pt x="986620" y="14524"/>
                  <a:pt x="1105222" y="-16481"/>
                  <a:pt x="1289304" y="0"/>
                </a:cubicBezTo>
                <a:cubicBezTo>
                  <a:pt x="1473386" y="16481"/>
                  <a:pt x="1693223" y="26161"/>
                  <a:pt x="1975104" y="0"/>
                </a:cubicBezTo>
                <a:cubicBezTo>
                  <a:pt x="2256985" y="-26161"/>
                  <a:pt x="2435781" y="23061"/>
                  <a:pt x="2770632" y="0"/>
                </a:cubicBezTo>
                <a:cubicBezTo>
                  <a:pt x="3105483" y="-23061"/>
                  <a:pt x="3247479" y="-44011"/>
                  <a:pt x="3675888" y="0"/>
                </a:cubicBezTo>
                <a:cubicBezTo>
                  <a:pt x="4104297" y="44011"/>
                  <a:pt x="4280918" y="4017"/>
                  <a:pt x="4581144" y="0"/>
                </a:cubicBezTo>
                <a:cubicBezTo>
                  <a:pt x="4881370" y="-4017"/>
                  <a:pt x="5021699" y="-11889"/>
                  <a:pt x="5157216" y="0"/>
                </a:cubicBezTo>
                <a:cubicBezTo>
                  <a:pt x="5292733" y="11889"/>
                  <a:pt x="5603398" y="-17698"/>
                  <a:pt x="5952744" y="0"/>
                </a:cubicBezTo>
                <a:cubicBezTo>
                  <a:pt x="6302090" y="17698"/>
                  <a:pt x="6353093" y="-11909"/>
                  <a:pt x="6638544" y="0"/>
                </a:cubicBezTo>
                <a:cubicBezTo>
                  <a:pt x="6923995" y="11909"/>
                  <a:pt x="7053404" y="21630"/>
                  <a:pt x="7214616" y="0"/>
                </a:cubicBezTo>
                <a:cubicBezTo>
                  <a:pt x="7375828" y="-21630"/>
                  <a:pt x="7837963" y="3886"/>
                  <a:pt x="8010144" y="0"/>
                </a:cubicBezTo>
                <a:cubicBezTo>
                  <a:pt x="8182325" y="-3886"/>
                  <a:pt x="8224183" y="16009"/>
                  <a:pt x="8366760" y="0"/>
                </a:cubicBezTo>
                <a:cubicBezTo>
                  <a:pt x="8509337" y="-16009"/>
                  <a:pt x="8687920" y="-5720"/>
                  <a:pt x="8942832" y="0"/>
                </a:cubicBezTo>
                <a:cubicBezTo>
                  <a:pt x="9197744" y="5720"/>
                  <a:pt x="9368437" y="20479"/>
                  <a:pt x="9628632" y="0"/>
                </a:cubicBezTo>
                <a:cubicBezTo>
                  <a:pt x="9888827" y="-20479"/>
                  <a:pt x="10560858" y="-20746"/>
                  <a:pt x="10972800" y="0"/>
                </a:cubicBezTo>
                <a:cubicBezTo>
                  <a:pt x="10972186" y="5722"/>
                  <a:pt x="10972980" y="12495"/>
                  <a:pt x="10972800" y="18288"/>
                </a:cubicBezTo>
                <a:cubicBezTo>
                  <a:pt x="10786146" y="12536"/>
                  <a:pt x="10623717" y="14033"/>
                  <a:pt x="10506456" y="18288"/>
                </a:cubicBezTo>
                <a:cubicBezTo>
                  <a:pt x="10389195" y="22543"/>
                  <a:pt x="10296178" y="20107"/>
                  <a:pt x="10149840" y="18288"/>
                </a:cubicBezTo>
                <a:cubicBezTo>
                  <a:pt x="10003502" y="16469"/>
                  <a:pt x="9767530" y="28891"/>
                  <a:pt x="9464040" y="18288"/>
                </a:cubicBezTo>
                <a:cubicBezTo>
                  <a:pt x="9160550" y="7685"/>
                  <a:pt x="9229050" y="2659"/>
                  <a:pt x="8997696" y="18288"/>
                </a:cubicBezTo>
                <a:cubicBezTo>
                  <a:pt x="8766342" y="33917"/>
                  <a:pt x="8340136" y="34864"/>
                  <a:pt x="8092440" y="18288"/>
                </a:cubicBezTo>
                <a:cubicBezTo>
                  <a:pt x="7844744" y="1712"/>
                  <a:pt x="7863720" y="27405"/>
                  <a:pt x="7735824" y="18288"/>
                </a:cubicBezTo>
                <a:cubicBezTo>
                  <a:pt x="7607928" y="9171"/>
                  <a:pt x="7323619" y="461"/>
                  <a:pt x="7050024" y="18288"/>
                </a:cubicBezTo>
                <a:cubicBezTo>
                  <a:pt x="6776429" y="36115"/>
                  <a:pt x="6787899" y="28206"/>
                  <a:pt x="6693408" y="18288"/>
                </a:cubicBezTo>
                <a:cubicBezTo>
                  <a:pt x="6598917" y="8370"/>
                  <a:pt x="6395231" y="19114"/>
                  <a:pt x="6227064" y="18288"/>
                </a:cubicBezTo>
                <a:cubicBezTo>
                  <a:pt x="6058897" y="17462"/>
                  <a:pt x="5618582" y="1091"/>
                  <a:pt x="5431536" y="18288"/>
                </a:cubicBezTo>
                <a:cubicBezTo>
                  <a:pt x="5244490" y="35485"/>
                  <a:pt x="4729797" y="-9650"/>
                  <a:pt x="4526280" y="18288"/>
                </a:cubicBezTo>
                <a:cubicBezTo>
                  <a:pt x="4322763" y="46226"/>
                  <a:pt x="4216797" y="756"/>
                  <a:pt x="4059936" y="18288"/>
                </a:cubicBezTo>
                <a:cubicBezTo>
                  <a:pt x="3903075" y="35820"/>
                  <a:pt x="3537912" y="42098"/>
                  <a:pt x="3374136" y="18288"/>
                </a:cubicBezTo>
                <a:cubicBezTo>
                  <a:pt x="3210360" y="-5522"/>
                  <a:pt x="3126842" y="39135"/>
                  <a:pt x="2907792" y="18288"/>
                </a:cubicBezTo>
                <a:cubicBezTo>
                  <a:pt x="2688742" y="-2559"/>
                  <a:pt x="2490436" y="34100"/>
                  <a:pt x="2112264" y="18288"/>
                </a:cubicBezTo>
                <a:cubicBezTo>
                  <a:pt x="1734092" y="2476"/>
                  <a:pt x="1744622" y="-7274"/>
                  <a:pt x="1536192" y="18288"/>
                </a:cubicBezTo>
                <a:cubicBezTo>
                  <a:pt x="1327762" y="43850"/>
                  <a:pt x="1189025" y="6435"/>
                  <a:pt x="1069848" y="18288"/>
                </a:cubicBezTo>
                <a:cubicBezTo>
                  <a:pt x="950671" y="30141"/>
                  <a:pt x="858345" y="33684"/>
                  <a:pt x="713232" y="18288"/>
                </a:cubicBezTo>
                <a:cubicBezTo>
                  <a:pt x="568119" y="2892"/>
                  <a:pt x="250292" y="5410"/>
                  <a:pt x="0" y="18288"/>
                </a:cubicBezTo>
                <a:cubicBezTo>
                  <a:pt x="465" y="13062"/>
                  <a:pt x="-894" y="9029"/>
                  <a:pt x="0" y="0"/>
                </a:cubicBezTo>
                <a:close/>
              </a:path>
            </a:pathLst>
          </a:custGeom>
          <a:solidFill>
            <a:schemeClr val="accent2">
              <a:alpha val="73725"/>
            </a:schemeClr>
          </a:solidFill>
          <a:ln cap="rnd" cmpd="sng" w="44450">
            <a:solidFill>
              <a:schemeClr val="accent2">
                <a:alpha val="73725"/>
              </a:schemeClr>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900"/>
              <a:buFont typeface="Arial"/>
              <a:buNone/>
            </a:pPr>
            <a:r>
              <a:t/>
            </a:r>
            <a:endParaRPr b="0" i="0" sz="1900" u="none" cap="none" strike="noStrike">
              <a:solidFill>
                <a:schemeClr val="lt1"/>
              </a:solidFill>
              <a:latin typeface="Arial"/>
              <a:ea typeface="Arial"/>
              <a:cs typeface="Arial"/>
              <a:sym typeface="Arial"/>
            </a:endParaRPr>
          </a:p>
        </p:txBody>
      </p:sp>
      <p:sp>
        <p:nvSpPr>
          <p:cNvPr id="177" name="Google Shape;177;g2d75afc7928_0_24"/>
          <p:cNvSpPr txBox="1"/>
          <p:nvPr>
            <p:ph idx="1" type="body"/>
          </p:nvPr>
        </p:nvSpPr>
        <p:spPr>
          <a:xfrm>
            <a:off x="572500" y="2071300"/>
            <a:ext cx="10922400" cy="4119300"/>
          </a:xfrm>
          <a:prstGeom prst="rect">
            <a:avLst/>
          </a:prstGeom>
          <a:noFill/>
          <a:ln>
            <a:noFill/>
          </a:ln>
        </p:spPr>
        <p:txBody>
          <a:bodyPr anchorCtr="0" anchor="t" bIns="45700" lIns="91425" spcFirstLastPara="1" rIns="91425" wrap="square" tIns="45700">
            <a:normAutofit fontScale="70000" lnSpcReduction="10000"/>
          </a:bodyPr>
          <a:lstStyle/>
          <a:p>
            <a:pPr indent="0" lvl="0" marL="0" rtl="0" algn="l">
              <a:lnSpc>
                <a:spcPct val="115000"/>
              </a:lnSpc>
              <a:spcBef>
                <a:spcPts val="800"/>
              </a:spcBef>
              <a:spcAft>
                <a:spcPts val="0"/>
              </a:spcAft>
              <a:buSzPct val="34375"/>
              <a:buNone/>
            </a:pPr>
            <a:r>
              <a:rPr lang="en-US" sz="3200"/>
              <a:t>• Hands-On Workshops: Topics include Python, JavaScript, React, and more.</a:t>
            </a:r>
            <a:endParaRPr sz="3200"/>
          </a:p>
          <a:p>
            <a:pPr indent="0" lvl="0" marL="0" rtl="0" algn="l">
              <a:lnSpc>
                <a:spcPct val="115000"/>
              </a:lnSpc>
              <a:spcBef>
                <a:spcPts val="800"/>
              </a:spcBef>
              <a:spcAft>
                <a:spcPts val="0"/>
              </a:spcAft>
              <a:buSzPct val="34375"/>
              <a:buNone/>
            </a:pPr>
            <a:r>
              <a:rPr lang="en-US" sz="3200"/>
              <a:t>• LeetCode Prep: Weekly sessions to master technical interviews.</a:t>
            </a:r>
            <a:endParaRPr sz="3200"/>
          </a:p>
          <a:p>
            <a:pPr indent="0" lvl="0" marL="0" rtl="0" algn="l">
              <a:lnSpc>
                <a:spcPct val="115000"/>
              </a:lnSpc>
              <a:spcBef>
                <a:spcPts val="800"/>
              </a:spcBef>
              <a:spcAft>
                <a:spcPts val="0"/>
              </a:spcAft>
              <a:buSzPct val="34375"/>
              <a:buNone/>
            </a:pPr>
            <a:r>
              <a:rPr lang="en-US" sz="3200"/>
              <a:t>• Hackathons: Collaborate on innovative projects in a competitive setting.</a:t>
            </a:r>
            <a:endParaRPr sz="3200"/>
          </a:p>
          <a:p>
            <a:pPr indent="0" lvl="0" marL="0" rtl="0" algn="l">
              <a:lnSpc>
                <a:spcPct val="115000"/>
              </a:lnSpc>
              <a:spcBef>
                <a:spcPts val="800"/>
              </a:spcBef>
              <a:spcAft>
                <a:spcPts val="0"/>
              </a:spcAft>
              <a:buSzPct val="34375"/>
              <a:buNone/>
            </a:pPr>
            <a:r>
              <a:rPr lang="en-US" sz="3200"/>
              <a:t>• Panel Discussions: Industry leaders from tech giants and startups share insights.</a:t>
            </a:r>
            <a:endParaRPr sz="3200"/>
          </a:p>
          <a:p>
            <a:pPr indent="0" lvl="0" marL="0" rtl="0" algn="l">
              <a:lnSpc>
                <a:spcPct val="115000"/>
              </a:lnSpc>
              <a:spcBef>
                <a:spcPts val="800"/>
              </a:spcBef>
              <a:spcAft>
                <a:spcPts val="0"/>
              </a:spcAft>
              <a:buSzPct val="34375"/>
              <a:buNone/>
            </a:pPr>
            <a:r>
              <a:rPr lang="en-US" sz="3200"/>
              <a:t>• Global Access: Code Crunch Global launches in October for worldwide participation!</a:t>
            </a:r>
            <a:endParaRPr sz="3200"/>
          </a:p>
          <a:p>
            <a:pPr indent="0" lvl="0" marL="0" rtl="0" algn="l">
              <a:lnSpc>
                <a:spcPct val="115000"/>
              </a:lnSpc>
              <a:spcBef>
                <a:spcPts val="800"/>
              </a:spcBef>
              <a:spcAft>
                <a:spcPts val="0"/>
              </a:spcAft>
              <a:buSzPct val="34375"/>
              <a:buNone/>
            </a:pPr>
            <a:r>
              <a:t/>
            </a:r>
            <a:endParaRPr sz="3200"/>
          </a:p>
          <a:p>
            <a:pPr indent="0" lvl="0" marL="0" rtl="0" algn="l">
              <a:lnSpc>
                <a:spcPct val="115000"/>
              </a:lnSpc>
              <a:spcBef>
                <a:spcPts val="0"/>
              </a:spcBef>
              <a:spcAft>
                <a:spcPts val="0"/>
              </a:spcAft>
              <a:buSzPct val="85714"/>
              <a:buNone/>
            </a:pPr>
            <a:r>
              <a:t/>
            </a:r>
            <a:endParaRPr sz="2100"/>
          </a:p>
          <a:p>
            <a:pPr indent="0" lvl="0" marL="0" rtl="0" algn="l">
              <a:lnSpc>
                <a:spcPct val="90000"/>
              </a:lnSpc>
              <a:spcBef>
                <a:spcPts val="0"/>
              </a:spcBef>
              <a:spcAft>
                <a:spcPts val="0"/>
              </a:spcAft>
              <a:buSzPct val="75000"/>
              <a:buNone/>
            </a:pPr>
            <a:r>
              <a:t/>
            </a:r>
            <a:endParaRPr sz="2400"/>
          </a:p>
          <a:p>
            <a:pPr indent="0" lvl="0" marL="457200" rtl="0" algn="l">
              <a:lnSpc>
                <a:spcPct val="90000"/>
              </a:lnSpc>
              <a:spcBef>
                <a:spcPts val="1100"/>
              </a:spcBef>
              <a:spcAft>
                <a:spcPts val="0"/>
              </a:spcAft>
              <a:buSzPct val="64285"/>
              <a:buNone/>
            </a:pPr>
            <a:r>
              <a:rPr lang="en-US"/>
              <a:t> </a:t>
            </a:r>
            <a:endParaRPr/>
          </a:p>
        </p:txBody>
      </p:sp>
      <p:pic>
        <p:nvPicPr>
          <p:cNvPr id="178" name="Google Shape;178;g2d75afc7928_0_24"/>
          <p:cNvPicPr preferRelativeResize="0"/>
          <p:nvPr/>
        </p:nvPicPr>
        <p:blipFill rotWithShape="1">
          <a:blip r:embed="rId3">
            <a:alphaModFix/>
          </a:blip>
          <a:srcRect b="0" l="0" r="0" t="0"/>
          <a:stretch/>
        </p:blipFill>
        <p:spPr>
          <a:xfrm>
            <a:off x="10173375" y="0"/>
            <a:ext cx="2015925" cy="2015925"/>
          </a:xfrm>
          <a:prstGeom prst="rect">
            <a:avLst/>
          </a:prstGeom>
          <a:noFill/>
          <a:ln>
            <a:noFill/>
          </a:ln>
        </p:spPr>
      </p:pic>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182" name="Shape 182"/>
        <p:cNvGrpSpPr/>
        <p:nvPr/>
      </p:nvGrpSpPr>
      <p:grpSpPr>
        <a:xfrm>
          <a:off x="0" y="0"/>
          <a:ext cx="0" cy="0"/>
          <a:chOff x="0" y="0"/>
          <a:chExt cx="0" cy="0"/>
        </a:xfrm>
      </p:grpSpPr>
      <p:sp>
        <p:nvSpPr>
          <p:cNvPr id="183" name="Google Shape;183;g2d75afc7928_0_34"/>
          <p:cNvSpPr/>
          <p:nvPr/>
        </p:nvSpPr>
        <p:spPr>
          <a:xfrm>
            <a:off x="1350" y="0"/>
            <a:ext cx="12189300" cy="6858000"/>
          </a:xfrm>
          <a:prstGeom prst="rect">
            <a:avLst/>
          </a:prstGeom>
          <a:solidFill>
            <a:schemeClr val="lt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900"/>
              <a:buFont typeface="Arial"/>
              <a:buNone/>
            </a:pPr>
            <a:r>
              <a:t/>
            </a:r>
            <a:endParaRPr b="0" i="0" sz="1900" u="none" cap="none" strike="noStrike">
              <a:solidFill>
                <a:schemeClr val="lt1"/>
              </a:solidFill>
              <a:latin typeface="Arial"/>
              <a:ea typeface="Arial"/>
              <a:cs typeface="Arial"/>
              <a:sym typeface="Arial"/>
            </a:endParaRPr>
          </a:p>
        </p:txBody>
      </p:sp>
      <p:sp>
        <p:nvSpPr>
          <p:cNvPr id="184" name="Google Shape;184;g2d75afc7928_0_34"/>
          <p:cNvSpPr txBox="1"/>
          <p:nvPr>
            <p:ph type="title"/>
          </p:nvPr>
        </p:nvSpPr>
        <p:spPr>
          <a:xfrm>
            <a:off x="572493" y="238539"/>
            <a:ext cx="11018400" cy="1434300"/>
          </a:xfrm>
          <a:prstGeom prst="rect">
            <a:avLst/>
          </a:prstGeom>
          <a:noFill/>
          <a:ln>
            <a:noFill/>
          </a:ln>
        </p:spPr>
        <p:txBody>
          <a:bodyPr anchorCtr="0" anchor="b" bIns="45700" lIns="91425" spcFirstLastPara="1" rIns="91425" wrap="square" tIns="45700">
            <a:normAutofit/>
          </a:bodyPr>
          <a:lstStyle/>
          <a:p>
            <a:pPr indent="0" lvl="0" marL="0" rtl="0" algn="l">
              <a:lnSpc>
                <a:spcPct val="90000"/>
              </a:lnSpc>
              <a:spcBef>
                <a:spcPts val="0"/>
              </a:spcBef>
              <a:spcAft>
                <a:spcPts val="0"/>
              </a:spcAft>
              <a:buClr>
                <a:schemeClr val="dk1"/>
              </a:buClr>
              <a:buSzPts val="5500"/>
              <a:buFont typeface="Play"/>
              <a:buNone/>
            </a:pPr>
            <a:r>
              <a:rPr lang="en-US">
                <a:latin typeface="Calibri"/>
                <a:ea typeface="Calibri"/>
                <a:cs typeface="Calibri"/>
                <a:sym typeface="Calibri"/>
              </a:rPr>
              <a:t>Meet the E-Board</a:t>
            </a:r>
            <a:endParaRPr/>
          </a:p>
        </p:txBody>
      </p:sp>
      <p:sp>
        <p:nvSpPr>
          <p:cNvPr id="185" name="Google Shape;185;g2d75afc7928_0_34"/>
          <p:cNvSpPr/>
          <p:nvPr/>
        </p:nvSpPr>
        <p:spPr>
          <a:xfrm>
            <a:off x="572493" y="1681544"/>
            <a:ext cx="10972800" cy="18288"/>
          </a:xfrm>
          <a:custGeom>
            <a:rect b="b" l="l" r="r" t="t"/>
            <a:pathLst>
              <a:path extrusionOk="0" fill="none" h="18288" w="10972800">
                <a:moveTo>
                  <a:pt x="0" y="0"/>
                </a:moveTo>
                <a:cubicBezTo>
                  <a:pt x="165916" y="-1866"/>
                  <a:pt x="188720" y="13756"/>
                  <a:pt x="356616" y="0"/>
                </a:cubicBezTo>
                <a:cubicBezTo>
                  <a:pt x="524512" y="-13756"/>
                  <a:pt x="734781" y="8922"/>
                  <a:pt x="1042416" y="0"/>
                </a:cubicBezTo>
                <a:cubicBezTo>
                  <a:pt x="1350051" y="-8922"/>
                  <a:pt x="1595982" y="-26315"/>
                  <a:pt x="1947672" y="0"/>
                </a:cubicBezTo>
                <a:cubicBezTo>
                  <a:pt x="2299362" y="26315"/>
                  <a:pt x="2292691" y="-19526"/>
                  <a:pt x="2633472" y="0"/>
                </a:cubicBezTo>
                <a:cubicBezTo>
                  <a:pt x="2974253" y="19526"/>
                  <a:pt x="2857309" y="10773"/>
                  <a:pt x="2990088" y="0"/>
                </a:cubicBezTo>
                <a:cubicBezTo>
                  <a:pt x="3122867" y="-10773"/>
                  <a:pt x="3359343" y="7194"/>
                  <a:pt x="3456432" y="0"/>
                </a:cubicBezTo>
                <a:cubicBezTo>
                  <a:pt x="3553521" y="-7194"/>
                  <a:pt x="4136258" y="5108"/>
                  <a:pt x="4361688" y="0"/>
                </a:cubicBezTo>
                <a:cubicBezTo>
                  <a:pt x="4587118" y="-5108"/>
                  <a:pt x="4992424" y="-42958"/>
                  <a:pt x="5266944" y="0"/>
                </a:cubicBezTo>
                <a:cubicBezTo>
                  <a:pt x="5541464" y="42958"/>
                  <a:pt x="5882966" y="-3430"/>
                  <a:pt x="6172200" y="0"/>
                </a:cubicBezTo>
                <a:cubicBezTo>
                  <a:pt x="6461434" y="3430"/>
                  <a:pt x="6432127" y="6688"/>
                  <a:pt x="6528816" y="0"/>
                </a:cubicBezTo>
                <a:cubicBezTo>
                  <a:pt x="6625505" y="-6688"/>
                  <a:pt x="6916805" y="-436"/>
                  <a:pt x="7214616" y="0"/>
                </a:cubicBezTo>
                <a:cubicBezTo>
                  <a:pt x="7512427" y="436"/>
                  <a:pt x="7626159" y="-6909"/>
                  <a:pt x="7790688" y="0"/>
                </a:cubicBezTo>
                <a:cubicBezTo>
                  <a:pt x="7955217" y="6909"/>
                  <a:pt x="8048891" y="15307"/>
                  <a:pt x="8147304" y="0"/>
                </a:cubicBezTo>
                <a:cubicBezTo>
                  <a:pt x="8245717" y="-15307"/>
                  <a:pt x="8645618" y="-11734"/>
                  <a:pt x="9052560" y="0"/>
                </a:cubicBezTo>
                <a:cubicBezTo>
                  <a:pt x="9459502" y="11734"/>
                  <a:pt x="9320584" y="8388"/>
                  <a:pt x="9409176" y="0"/>
                </a:cubicBezTo>
                <a:cubicBezTo>
                  <a:pt x="9497768" y="-8388"/>
                  <a:pt x="9644192" y="8379"/>
                  <a:pt x="9765792" y="0"/>
                </a:cubicBezTo>
                <a:cubicBezTo>
                  <a:pt x="9887392" y="-8379"/>
                  <a:pt x="10105220" y="-12663"/>
                  <a:pt x="10341864" y="0"/>
                </a:cubicBezTo>
                <a:cubicBezTo>
                  <a:pt x="10578508" y="12663"/>
                  <a:pt x="10773103" y="-5786"/>
                  <a:pt x="10972800" y="0"/>
                </a:cubicBezTo>
                <a:cubicBezTo>
                  <a:pt x="10972146" y="8818"/>
                  <a:pt x="10972240" y="13823"/>
                  <a:pt x="10972800" y="18288"/>
                </a:cubicBezTo>
                <a:cubicBezTo>
                  <a:pt x="10588778" y="31598"/>
                  <a:pt x="10543381" y="-12698"/>
                  <a:pt x="10177272" y="18288"/>
                </a:cubicBezTo>
                <a:cubicBezTo>
                  <a:pt x="9811163" y="49274"/>
                  <a:pt x="9996817" y="25662"/>
                  <a:pt x="9820656" y="18288"/>
                </a:cubicBezTo>
                <a:cubicBezTo>
                  <a:pt x="9644495" y="10914"/>
                  <a:pt x="9607007" y="31631"/>
                  <a:pt x="9464040" y="18288"/>
                </a:cubicBezTo>
                <a:cubicBezTo>
                  <a:pt x="9321073" y="4945"/>
                  <a:pt x="9114189" y="28940"/>
                  <a:pt x="8778240" y="18288"/>
                </a:cubicBezTo>
                <a:cubicBezTo>
                  <a:pt x="8442291" y="7636"/>
                  <a:pt x="8594763" y="987"/>
                  <a:pt x="8421624" y="18288"/>
                </a:cubicBezTo>
                <a:cubicBezTo>
                  <a:pt x="8248485" y="35589"/>
                  <a:pt x="7929515" y="37573"/>
                  <a:pt x="7735824" y="18288"/>
                </a:cubicBezTo>
                <a:cubicBezTo>
                  <a:pt x="7542133" y="-997"/>
                  <a:pt x="7252504" y="33858"/>
                  <a:pt x="6940296" y="18288"/>
                </a:cubicBezTo>
                <a:cubicBezTo>
                  <a:pt x="6628088" y="2718"/>
                  <a:pt x="6528503" y="48389"/>
                  <a:pt x="6254496" y="18288"/>
                </a:cubicBezTo>
                <a:cubicBezTo>
                  <a:pt x="5980489" y="-11813"/>
                  <a:pt x="5695784" y="-3740"/>
                  <a:pt x="5458968" y="18288"/>
                </a:cubicBezTo>
                <a:cubicBezTo>
                  <a:pt x="5222152" y="40316"/>
                  <a:pt x="5010751" y="19095"/>
                  <a:pt x="4663440" y="18288"/>
                </a:cubicBezTo>
                <a:cubicBezTo>
                  <a:pt x="4316129" y="17481"/>
                  <a:pt x="4425552" y="1606"/>
                  <a:pt x="4306824" y="18288"/>
                </a:cubicBezTo>
                <a:cubicBezTo>
                  <a:pt x="4188096" y="34970"/>
                  <a:pt x="3941535" y="7481"/>
                  <a:pt x="3840480" y="18288"/>
                </a:cubicBezTo>
                <a:cubicBezTo>
                  <a:pt x="3739425" y="29095"/>
                  <a:pt x="3402388" y="17641"/>
                  <a:pt x="3264408" y="18288"/>
                </a:cubicBezTo>
                <a:cubicBezTo>
                  <a:pt x="3126428" y="18935"/>
                  <a:pt x="2776779" y="9983"/>
                  <a:pt x="2578608" y="18288"/>
                </a:cubicBezTo>
                <a:cubicBezTo>
                  <a:pt x="2380437" y="26593"/>
                  <a:pt x="1909468" y="25818"/>
                  <a:pt x="1673352" y="18288"/>
                </a:cubicBezTo>
                <a:cubicBezTo>
                  <a:pt x="1437236" y="10758"/>
                  <a:pt x="1131180" y="49884"/>
                  <a:pt x="877824" y="18288"/>
                </a:cubicBezTo>
                <a:cubicBezTo>
                  <a:pt x="624468" y="-13308"/>
                  <a:pt x="206753" y="2195"/>
                  <a:pt x="0" y="18288"/>
                </a:cubicBezTo>
                <a:cubicBezTo>
                  <a:pt x="313" y="10654"/>
                  <a:pt x="-263" y="4056"/>
                  <a:pt x="0" y="0"/>
                </a:cubicBezTo>
                <a:close/>
              </a:path>
              <a:path extrusionOk="0" h="18288" w="10972800">
                <a:moveTo>
                  <a:pt x="0" y="0"/>
                </a:moveTo>
                <a:cubicBezTo>
                  <a:pt x="164017" y="-17675"/>
                  <a:pt x="309425" y="9913"/>
                  <a:pt x="466344" y="0"/>
                </a:cubicBezTo>
                <a:cubicBezTo>
                  <a:pt x="623263" y="-9913"/>
                  <a:pt x="659300" y="-14524"/>
                  <a:pt x="822960" y="0"/>
                </a:cubicBezTo>
                <a:cubicBezTo>
                  <a:pt x="986620" y="14524"/>
                  <a:pt x="1105222" y="-16481"/>
                  <a:pt x="1289304" y="0"/>
                </a:cubicBezTo>
                <a:cubicBezTo>
                  <a:pt x="1473386" y="16481"/>
                  <a:pt x="1693223" y="26161"/>
                  <a:pt x="1975104" y="0"/>
                </a:cubicBezTo>
                <a:cubicBezTo>
                  <a:pt x="2256985" y="-26161"/>
                  <a:pt x="2435781" y="23061"/>
                  <a:pt x="2770632" y="0"/>
                </a:cubicBezTo>
                <a:cubicBezTo>
                  <a:pt x="3105483" y="-23061"/>
                  <a:pt x="3247479" y="-44011"/>
                  <a:pt x="3675888" y="0"/>
                </a:cubicBezTo>
                <a:cubicBezTo>
                  <a:pt x="4104297" y="44011"/>
                  <a:pt x="4280918" y="4017"/>
                  <a:pt x="4581144" y="0"/>
                </a:cubicBezTo>
                <a:cubicBezTo>
                  <a:pt x="4881370" y="-4017"/>
                  <a:pt x="5021699" y="-11889"/>
                  <a:pt x="5157216" y="0"/>
                </a:cubicBezTo>
                <a:cubicBezTo>
                  <a:pt x="5292733" y="11889"/>
                  <a:pt x="5603398" y="-17698"/>
                  <a:pt x="5952744" y="0"/>
                </a:cubicBezTo>
                <a:cubicBezTo>
                  <a:pt x="6302090" y="17698"/>
                  <a:pt x="6353093" y="-11909"/>
                  <a:pt x="6638544" y="0"/>
                </a:cubicBezTo>
                <a:cubicBezTo>
                  <a:pt x="6923995" y="11909"/>
                  <a:pt x="7053404" y="21630"/>
                  <a:pt x="7214616" y="0"/>
                </a:cubicBezTo>
                <a:cubicBezTo>
                  <a:pt x="7375828" y="-21630"/>
                  <a:pt x="7837963" y="3886"/>
                  <a:pt x="8010144" y="0"/>
                </a:cubicBezTo>
                <a:cubicBezTo>
                  <a:pt x="8182325" y="-3886"/>
                  <a:pt x="8224183" y="16009"/>
                  <a:pt x="8366760" y="0"/>
                </a:cubicBezTo>
                <a:cubicBezTo>
                  <a:pt x="8509337" y="-16009"/>
                  <a:pt x="8687920" y="-5720"/>
                  <a:pt x="8942832" y="0"/>
                </a:cubicBezTo>
                <a:cubicBezTo>
                  <a:pt x="9197744" y="5720"/>
                  <a:pt x="9368437" y="20479"/>
                  <a:pt x="9628632" y="0"/>
                </a:cubicBezTo>
                <a:cubicBezTo>
                  <a:pt x="9888827" y="-20479"/>
                  <a:pt x="10560858" y="-20746"/>
                  <a:pt x="10972800" y="0"/>
                </a:cubicBezTo>
                <a:cubicBezTo>
                  <a:pt x="10972186" y="5722"/>
                  <a:pt x="10972980" y="12495"/>
                  <a:pt x="10972800" y="18288"/>
                </a:cubicBezTo>
                <a:cubicBezTo>
                  <a:pt x="10786146" y="12536"/>
                  <a:pt x="10623717" y="14033"/>
                  <a:pt x="10506456" y="18288"/>
                </a:cubicBezTo>
                <a:cubicBezTo>
                  <a:pt x="10389195" y="22543"/>
                  <a:pt x="10296178" y="20107"/>
                  <a:pt x="10149840" y="18288"/>
                </a:cubicBezTo>
                <a:cubicBezTo>
                  <a:pt x="10003502" y="16469"/>
                  <a:pt x="9767530" y="28891"/>
                  <a:pt x="9464040" y="18288"/>
                </a:cubicBezTo>
                <a:cubicBezTo>
                  <a:pt x="9160550" y="7685"/>
                  <a:pt x="9229050" y="2659"/>
                  <a:pt x="8997696" y="18288"/>
                </a:cubicBezTo>
                <a:cubicBezTo>
                  <a:pt x="8766342" y="33917"/>
                  <a:pt x="8340136" y="34864"/>
                  <a:pt x="8092440" y="18288"/>
                </a:cubicBezTo>
                <a:cubicBezTo>
                  <a:pt x="7844744" y="1712"/>
                  <a:pt x="7863720" y="27405"/>
                  <a:pt x="7735824" y="18288"/>
                </a:cubicBezTo>
                <a:cubicBezTo>
                  <a:pt x="7607928" y="9171"/>
                  <a:pt x="7323619" y="461"/>
                  <a:pt x="7050024" y="18288"/>
                </a:cubicBezTo>
                <a:cubicBezTo>
                  <a:pt x="6776429" y="36115"/>
                  <a:pt x="6787899" y="28206"/>
                  <a:pt x="6693408" y="18288"/>
                </a:cubicBezTo>
                <a:cubicBezTo>
                  <a:pt x="6598917" y="8370"/>
                  <a:pt x="6395231" y="19114"/>
                  <a:pt x="6227064" y="18288"/>
                </a:cubicBezTo>
                <a:cubicBezTo>
                  <a:pt x="6058897" y="17462"/>
                  <a:pt x="5618582" y="1091"/>
                  <a:pt x="5431536" y="18288"/>
                </a:cubicBezTo>
                <a:cubicBezTo>
                  <a:pt x="5244490" y="35485"/>
                  <a:pt x="4729797" y="-9650"/>
                  <a:pt x="4526280" y="18288"/>
                </a:cubicBezTo>
                <a:cubicBezTo>
                  <a:pt x="4322763" y="46226"/>
                  <a:pt x="4216797" y="756"/>
                  <a:pt x="4059936" y="18288"/>
                </a:cubicBezTo>
                <a:cubicBezTo>
                  <a:pt x="3903075" y="35820"/>
                  <a:pt x="3537912" y="42098"/>
                  <a:pt x="3374136" y="18288"/>
                </a:cubicBezTo>
                <a:cubicBezTo>
                  <a:pt x="3210360" y="-5522"/>
                  <a:pt x="3126842" y="39135"/>
                  <a:pt x="2907792" y="18288"/>
                </a:cubicBezTo>
                <a:cubicBezTo>
                  <a:pt x="2688742" y="-2559"/>
                  <a:pt x="2490436" y="34100"/>
                  <a:pt x="2112264" y="18288"/>
                </a:cubicBezTo>
                <a:cubicBezTo>
                  <a:pt x="1734092" y="2476"/>
                  <a:pt x="1744622" y="-7274"/>
                  <a:pt x="1536192" y="18288"/>
                </a:cubicBezTo>
                <a:cubicBezTo>
                  <a:pt x="1327762" y="43850"/>
                  <a:pt x="1189025" y="6435"/>
                  <a:pt x="1069848" y="18288"/>
                </a:cubicBezTo>
                <a:cubicBezTo>
                  <a:pt x="950671" y="30141"/>
                  <a:pt x="858345" y="33684"/>
                  <a:pt x="713232" y="18288"/>
                </a:cubicBezTo>
                <a:cubicBezTo>
                  <a:pt x="568119" y="2892"/>
                  <a:pt x="250292" y="5410"/>
                  <a:pt x="0" y="18288"/>
                </a:cubicBezTo>
                <a:cubicBezTo>
                  <a:pt x="465" y="13062"/>
                  <a:pt x="-894" y="9029"/>
                  <a:pt x="0" y="0"/>
                </a:cubicBezTo>
                <a:close/>
              </a:path>
            </a:pathLst>
          </a:custGeom>
          <a:solidFill>
            <a:schemeClr val="accent2">
              <a:alpha val="73725"/>
            </a:schemeClr>
          </a:solidFill>
          <a:ln cap="rnd" cmpd="sng" w="44450">
            <a:solidFill>
              <a:schemeClr val="accent2">
                <a:alpha val="73725"/>
              </a:schemeClr>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900"/>
              <a:buFont typeface="Arial"/>
              <a:buNone/>
            </a:pPr>
            <a:r>
              <a:t/>
            </a:r>
            <a:endParaRPr b="0" i="0" sz="1900" u="none" cap="none" strike="noStrike">
              <a:solidFill>
                <a:schemeClr val="lt1"/>
              </a:solidFill>
              <a:latin typeface="Arial"/>
              <a:ea typeface="Arial"/>
              <a:cs typeface="Arial"/>
              <a:sym typeface="Arial"/>
            </a:endParaRPr>
          </a:p>
        </p:txBody>
      </p:sp>
      <p:pic>
        <p:nvPicPr>
          <p:cNvPr id="186" name="Google Shape;186;g2d75afc7928_0_34"/>
          <p:cNvPicPr preferRelativeResize="0"/>
          <p:nvPr/>
        </p:nvPicPr>
        <p:blipFill rotWithShape="1">
          <a:blip r:embed="rId3">
            <a:alphaModFix/>
          </a:blip>
          <a:srcRect b="0" l="0" r="0" t="0"/>
          <a:stretch/>
        </p:blipFill>
        <p:spPr>
          <a:xfrm>
            <a:off x="10173375" y="0"/>
            <a:ext cx="2015925" cy="2015925"/>
          </a:xfrm>
          <a:prstGeom prst="rect">
            <a:avLst/>
          </a:prstGeom>
          <a:noFill/>
          <a:ln>
            <a:noFill/>
          </a:ln>
        </p:spPr>
      </p:pic>
      <p:sp>
        <p:nvSpPr>
          <p:cNvPr id="187" name="Google Shape;187;g2d75afc7928_0_34"/>
          <p:cNvSpPr txBox="1"/>
          <p:nvPr/>
        </p:nvSpPr>
        <p:spPr>
          <a:xfrm>
            <a:off x="528525" y="1808013"/>
            <a:ext cx="5833200" cy="2738700"/>
          </a:xfrm>
          <a:prstGeom prst="rect">
            <a:avLst/>
          </a:prstGeom>
          <a:noFill/>
          <a:ln>
            <a:noFill/>
          </a:ln>
        </p:spPr>
        <p:txBody>
          <a:bodyPr anchorCtr="0" anchor="t" bIns="45700" lIns="91425" spcFirstLastPara="1" rIns="91425" wrap="square" tIns="45700">
            <a:noAutofit/>
          </a:bodyPr>
          <a:lstStyle/>
          <a:p>
            <a:pPr indent="-302260" lvl="0" marL="457200" marR="0" rtl="0" algn="l">
              <a:lnSpc>
                <a:spcPct val="130000"/>
              </a:lnSpc>
              <a:spcBef>
                <a:spcPts val="0"/>
              </a:spcBef>
              <a:spcAft>
                <a:spcPts val="0"/>
              </a:spcAft>
              <a:buClr>
                <a:srgbClr val="000000"/>
              </a:buClr>
              <a:buSzPts val="1160"/>
              <a:buFont typeface="Roboto"/>
              <a:buChar char="●"/>
            </a:pPr>
            <a:r>
              <a:rPr b="1" i="0" lang="en-US" sz="2010" u="none" cap="none" strike="noStrike">
                <a:solidFill>
                  <a:srgbClr val="000000"/>
                </a:solidFill>
                <a:latin typeface="Roboto"/>
                <a:ea typeface="Roboto"/>
                <a:cs typeface="Roboto"/>
                <a:sym typeface="Roboto"/>
              </a:rPr>
              <a:t>President:</a:t>
            </a:r>
            <a:r>
              <a:rPr b="0" i="0" lang="en-US" sz="2010" u="none" cap="none" strike="noStrike">
                <a:solidFill>
                  <a:srgbClr val="000000"/>
                </a:solidFill>
                <a:latin typeface="Roboto"/>
                <a:ea typeface="Roboto"/>
                <a:cs typeface="Roboto"/>
                <a:sym typeface="Roboto"/>
              </a:rPr>
              <a:t> Brian Bazurto</a:t>
            </a:r>
            <a:endParaRPr b="0" i="0" sz="2010" u="none" cap="none" strike="noStrike">
              <a:solidFill>
                <a:srgbClr val="000000"/>
              </a:solidFill>
              <a:latin typeface="Roboto"/>
              <a:ea typeface="Roboto"/>
              <a:cs typeface="Roboto"/>
              <a:sym typeface="Roboto"/>
            </a:endParaRPr>
          </a:p>
          <a:p>
            <a:pPr indent="-302260" lvl="0" marL="457200" marR="0" rtl="0" algn="l">
              <a:lnSpc>
                <a:spcPct val="130000"/>
              </a:lnSpc>
              <a:spcBef>
                <a:spcPts val="0"/>
              </a:spcBef>
              <a:spcAft>
                <a:spcPts val="0"/>
              </a:spcAft>
              <a:buClr>
                <a:srgbClr val="000000"/>
              </a:buClr>
              <a:buSzPts val="1160"/>
              <a:buFont typeface="Roboto"/>
              <a:buChar char="●"/>
            </a:pPr>
            <a:r>
              <a:rPr b="1" i="0" lang="en-US" sz="2010" u="none" cap="none" strike="noStrike">
                <a:solidFill>
                  <a:srgbClr val="000000"/>
                </a:solidFill>
                <a:latin typeface="Roboto"/>
                <a:ea typeface="Roboto"/>
                <a:cs typeface="Roboto"/>
                <a:sym typeface="Roboto"/>
              </a:rPr>
              <a:t>Vice President:</a:t>
            </a:r>
            <a:r>
              <a:rPr b="0" i="0" lang="en-US" sz="2010" u="none" cap="none" strike="noStrike">
                <a:solidFill>
                  <a:srgbClr val="000000"/>
                </a:solidFill>
                <a:latin typeface="Roboto"/>
                <a:ea typeface="Roboto"/>
                <a:cs typeface="Roboto"/>
                <a:sym typeface="Roboto"/>
              </a:rPr>
              <a:t> Amilcar Pena</a:t>
            </a:r>
            <a:endParaRPr b="0" i="0" sz="2010" u="none" cap="none" strike="noStrike">
              <a:solidFill>
                <a:srgbClr val="000000"/>
              </a:solidFill>
              <a:latin typeface="Roboto"/>
              <a:ea typeface="Roboto"/>
              <a:cs typeface="Roboto"/>
              <a:sym typeface="Roboto"/>
            </a:endParaRPr>
          </a:p>
          <a:p>
            <a:pPr indent="-302260" lvl="0" marL="457200" marR="0" rtl="0" algn="l">
              <a:lnSpc>
                <a:spcPct val="130000"/>
              </a:lnSpc>
              <a:spcBef>
                <a:spcPts val="0"/>
              </a:spcBef>
              <a:spcAft>
                <a:spcPts val="0"/>
              </a:spcAft>
              <a:buClr>
                <a:srgbClr val="000000"/>
              </a:buClr>
              <a:buSzPts val="1160"/>
              <a:buFont typeface="Roboto"/>
              <a:buChar char="●"/>
            </a:pPr>
            <a:r>
              <a:rPr b="1" i="0" lang="en-US" sz="2010" u="none" cap="none" strike="noStrike">
                <a:solidFill>
                  <a:srgbClr val="000000"/>
                </a:solidFill>
                <a:latin typeface="Roboto"/>
                <a:ea typeface="Roboto"/>
                <a:cs typeface="Roboto"/>
                <a:sym typeface="Roboto"/>
              </a:rPr>
              <a:t>Treasurer:</a:t>
            </a:r>
            <a:r>
              <a:rPr b="0" i="0" lang="en-US" sz="2010" u="none" cap="none" strike="noStrike">
                <a:solidFill>
                  <a:srgbClr val="000000"/>
                </a:solidFill>
                <a:latin typeface="Roboto"/>
                <a:ea typeface="Roboto"/>
                <a:cs typeface="Roboto"/>
                <a:sym typeface="Roboto"/>
              </a:rPr>
              <a:t> Bryan Garcia</a:t>
            </a:r>
            <a:endParaRPr b="0" i="0" sz="2010" u="none" cap="none" strike="noStrike">
              <a:solidFill>
                <a:srgbClr val="000000"/>
              </a:solidFill>
              <a:latin typeface="Roboto"/>
              <a:ea typeface="Roboto"/>
              <a:cs typeface="Roboto"/>
              <a:sym typeface="Roboto"/>
            </a:endParaRPr>
          </a:p>
          <a:p>
            <a:pPr indent="-302260" lvl="0" marL="457200" marR="0" rtl="0" algn="l">
              <a:lnSpc>
                <a:spcPct val="130000"/>
              </a:lnSpc>
              <a:spcBef>
                <a:spcPts val="0"/>
              </a:spcBef>
              <a:spcAft>
                <a:spcPts val="0"/>
              </a:spcAft>
              <a:buClr>
                <a:srgbClr val="000000"/>
              </a:buClr>
              <a:buSzPts val="1160"/>
              <a:buFont typeface="Roboto"/>
              <a:buChar char="●"/>
            </a:pPr>
            <a:r>
              <a:rPr b="1" i="0" lang="en-US" sz="2010" u="none" cap="none" strike="noStrike">
                <a:solidFill>
                  <a:srgbClr val="000000"/>
                </a:solidFill>
                <a:latin typeface="Roboto"/>
                <a:ea typeface="Roboto"/>
                <a:cs typeface="Roboto"/>
                <a:sym typeface="Roboto"/>
              </a:rPr>
              <a:t>Marketing/Logistics:</a:t>
            </a:r>
            <a:r>
              <a:rPr b="0" i="0" lang="en-US" sz="2010" u="none" cap="none" strike="noStrike">
                <a:solidFill>
                  <a:srgbClr val="000000"/>
                </a:solidFill>
                <a:latin typeface="Roboto"/>
                <a:ea typeface="Roboto"/>
                <a:cs typeface="Roboto"/>
                <a:sym typeface="Roboto"/>
              </a:rPr>
              <a:t> Henry Cruz</a:t>
            </a:r>
            <a:endParaRPr b="0" i="0" sz="2010" u="none" cap="none" strike="noStrike">
              <a:solidFill>
                <a:srgbClr val="000000"/>
              </a:solidFill>
              <a:latin typeface="Roboto"/>
              <a:ea typeface="Roboto"/>
              <a:cs typeface="Roboto"/>
              <a:sym typeface="Roboto"/>
            </a:endParaRPr>
          </a:p>
          <a:p>
            <a:pPr indent="-302260" lvl="0" marL="457200" marR="0" rtl="0" algn="l">
              <a:lnSpc>
                <a:spcPct val="130000"/>
              </a:lnSpc>
              <a:spcBef>
                <a:spcPts val="0"/>
              </a:spcBef>
              <a:spcAft>
                <a:spcPts val="0"/>
              </a:spcAft>
              <a:buClr>
                <a:srgbClr val="000000"/>
              </a:buClr>
              <a:buSzPts val="1160"/>
              <a:buFont typeface="Roboto"/>
              <a:buChar char="●"/>
            </a:pPr>
            <a:r>
              <a:rPr b="1" i="0" lang="en-US" sz="2010" u="none" cap="none" strike="noStrike">
                <a:solidFill>
                  <a:srgbClr val="000000"/>
                </a:solidFill>
                <a:latin typeface="Roboto"/>
                <a:ea typeface="Roboto"/>
                <a:cs typeface="Roboto"/>
                <a:sym typeface="Roboto"/>
              </a:rPr>
              <a:t>Logistics:</a:t>
            </a:r>
            <a:r>
              <a:rPr b="0" i="0" lang="en-US" sz="2010" u="none" cap="none" strike="noStrike">
                <a:solidFill>
                  <a:srgbClr val="000000"/>
                </a:solidFill>
                <a:latin typeface="Roboto"/>
                <a:ea typeface="Roboto"/>
                <a:cs typeface="Roboto"/>
                <a:sym typeface="Roboto"/>
              </a:rPr>
              <a:t> Jason Liang</a:t>
            </a:r>
            <a:endParaRPr b="0" i="0" sz="2010" u="none" cap="none" strike="noStrike">
              <a:solidFill>
                <a:srgbClr val="000000"/>
              </a:solidFill>
              <a:latin typeface="Roboto"/>
              <a:ea typeface="Roboto"/>
              <a:cs typeface="Roboto"/>
              <a:sym typeface="Roboto"/>
            </a:endParaRPr>
          </a:p>
          <a:p>
            <a:pPr indent="0" lvl="0" marL="0" marR="0" rtl="0" algn="l">
              <a:lnSpc>
                <a:spcPct val="130000"/>
              </a:lnSpc>
              <a:spcBef>
                <a:spcPts val="0"/>
              </a:spcBef>
              <a:spcAft>
                <a:spcPts val="0"/>
              </a:spcAft>
              <a:buClr>
                <a:srgbClr val="000000"/>
              </a:buClr>
              <a:buSzPts val="2010"/>
              <a:buFont typeface="Arial"/>
              <a:buNone/>
            </a:pPr>
            <a:r>
              <a:t/>
            </a:r>
            <a:endParaRPr b="0" i="0" sz="2010" u="none" cap="none" strike="noStrike">
              <a:solidFill>
                <a:srgbClr val="000000"/>
              </a:solidFill>
              <a:latin typeface="Roboto"/>
              <a:ea typeface="Roboto"/>
              <a:cs typeface="Roboto"/>
              <a:sym typeface="Roboto"/>
            </a:endParaRPr>
          </a:p>
        </p:txBody>
      </p:sp>
      <p:sp>
        <p:nvSpPr>
          <p:cNvPr id="188" name="Google Shape;188;g2d75afc7928_0_34"/>
          <p:cNvSpPr txBox="1"/>
          <p:nvPr/>
        </p:nvSpPr>
        <p:spPr>
          <a:xfrm>
            <a:off x="78625" y="3941775"/>
            <a:ext cx="3512700" cy="2364900"/>
          </a:xfrm>
          <a:prstGeom prst="rect">
            <a:avLst/>
          </a:prstGeom>
          <a:noFill/>
          <a:ln>
            <a:noFill/>
          </a:ln>
        </p:spPr>
        <p:txBody>
          <a:bodyPr anchorCtr="0" anchor="t" bIns="45700" lIns="91425" spcFirstLastPara="1" rIns="91425" wrap="square" tIns="45700">
            <a:noAutofit/>
          </a:bodyPr>
          <a:lstStyle/>
          <a:p>
            <a:pPr indent="0" lvl="0" marL="0" marR="0" rtl="0" algn="r">
              <a:lnSpc>
                <a:spcPct val="150000"/>
              </a:lnSpc>
              <a:spcBef>
                <a:spcPts val="0"/>
              </a:spcBef>
              <a:spcAft>
                <a:spcPts val="0"/>
              </a:spcAft>
              <a:buClr>
                <a:srgbClr val="000000"/>
              </a:buClr>
              <a:buSzPts val="2000"/>
              <a:buFont typeface="Arial"/>
              <a:buNone/>
            </a:pPr>
            <a:r>
              <a:rPr b="1" i="0" lang="en-US" sz="2000" u="none" cap="none" strike="noStrike">
                <a:solidFill>
                  <a:srgbClr val="000000"/>
                </a:solidFill>
                <a:latin typeface="Roboto"/>
                <a:ea typeface="Roboto"/>
                <a:cs typeface="Roboto"/>
                <a:sym typeface="Roboto"/>
              </a:rPr>
              <a:t>Tech Leads:</a:t>
            </a:r>
            <a:endParaRPr b="0" i="0" sz="2000" u="none" cap="none" strike="noStrike">
              <a:solidFill>
                <a:srgbClr val="000000"/>
              </a:solidFill>
              <a:latin typeface="Roboto"/>
              <a:ea typeface="Roboto"/>
              <a:cs typeface="Roboto"/>
              <a:sym typeface="Roboto"/>
            </a:endParaRPr>
          </a:p>
          <a:p>
            <a:pPr indent="-355600" lvl="0" marL="457200" marR="0" rtl="0" algn="l">
              <a:lnSpc>
                <a:spcPct val="150000"/>
              </a:lnSpc>
              <a:spcBef>
                <a:spcPts val="0"/>
              </a:spcBef>
              <a:spcAft>
                <a:spcPts val="0"/>
              </a:spcAft>
              <a:buClr>
                <a:srgbClr val="000000"/>
              </a:buClr>
              <a:buSzPts val="2000"/>
              <a:buFont typeface="Roboto"/>
              <a:buChar char="•"/>
            </a:pPr>
            <a:r>
              <a:rPr b="0" i="0" lang="en-US" sz="2000" u="none" cap="none" strike="noStrike">
                <a:solidFill>
                  <a:srgbClr val="000000"/>
                </a:solidFill>
                <a:latin typeface="Roboto"/>
                <a:ea typeface="Roboto"/>
                <a:cs typeface="Roboto"/>
                <a:sym typeface="Roboto"/>
              </a:rPr>
              <a:t>Alvise Carpin</a:t>
            </a:r>
            <a:endParaRPr b="0" i="0" sz="2000" u="none" cap="none" strike="noStrike">
              <a:solidFill>
                <a:srgbClr val="000000"/>
              </a:solidFill>
              <a:latin typeface="Roboto"/>
              <a:ea typeface="Roboto"/>
              <a:cs typeface="Roboto"/>
              <a:sym typeface="Roboto"/>
            </a:endParaRPr>
          </a:p>
          <a:p>
            <a:pPr indent="-355600" lvl="0" marL="457200" marR="0" rtl="0" algn="l">
              <a:lnSpc>
                <a:spcPct val="150000"/>
              </a:lnSpc>
              <a:spcBef>
                <a:spcPts val="0"/>
              </a:spcBef>
              <a:spcAft>
                <a:spcPts val="0"/>
              </a:spcAft>
              <a:buClr>
                <a:srgbClr val="000000"/>
              </a:buClr>
              <a:buSzPts val="2000"/>
              <a:buFont typeface="Roboto"/>
              <a:buChar char="•"/>
            </a:pPr>
            <a:r>
              <a:rPr b="0" i="0" lang="en-US" sz="2000" u="none" cap="none" strike="noStrike">
                <a:solidFill>
                  <a:srgbClr val="000000"/>
                </a:solidFill>
                <a:latin typeface="Roboto"/>
                <a:ea typeface="Roboto"/>
                <a:cs typeface="Roboto"/>
                <a:sym typeface="Roboto"/>
              </a:rPr>
              <a:t>Arnold Miranda</a:t>
            </a:r>
            <a:endParaRPr b="0" i="0" sz="2000" u="none" cap="none" strike="noStrike">
              <a:solidFill>
                <a:srgbClr val="000000"/>
              </a:solidFill>
              <a:latin typeface="Roboto"/>
              <a:ea typeface="Roboto"/>
              <a:cs typeface="Roboto"/>
              <a:sym typeface="Roboto"/>
            </a:endParaRPr>
          </a:p>
          <a:p>
            <a:pPr indent="-355600" lvl="0" marL="457200" marR="0" rtl="0" algn="l">
              <a:lnSpc>
                <a:spcPct val="150000"/>
              </a:lnSpc>
              <a:spcBef>
                <a:spcPts val="0"/>
              </a:spcBef>
              <a:spcAft>
                <a:spcPts val="0"/>
              </a:spcAft>
              <a:buClr>
                <a:srgbClr val="000000"/>
              </a:buClr>
              <a:buSzPts val="2000"/>
              <a:buFont typeface="Roboto"/>
              <a:buChar char="•"/>
            </a:pPr>
            <a:r>
              <a:rPr b="0" i="0" lang="en-US" sz="2000" u="none" cap="none" strike="noStrike">
                <a:solidFill>
                  <a:srgbClr val="000000"/>
                </a:solidFill>
                <a:latin typeface="Roboto"/>
                <a:ea typeface="Roboto"/>
                <a:cs typeface="Roboto"/>
                <a:sym typeface="Roboto"/>
              </a:rPr>
              <a:t>Daniel Hernandez</a:t>
            </a:r>
            <a:endParaRPr b="0" i="0" sz="2000" u="none" cap="none" strike="noStrike">
              <a:solidFill>
                <a:srgbClr val="000000"/>
              </a:solidFill>
              <a:latin typeface="Roboto"/>
              <a:ea typeface="Roboto"/>
              <a:cs typeface="Roboto"/>
              <a:sym typeface="Roboto"/>
            </a:endParaRPr>
          </a:p>
          <a:p>
            <a:pPr indent="-355600" lvl="0" marL="457200" marR="0" rtl="0" algn="l">
              <a:lnSpc>
                <a:spcPct val="150000"/>
              </a:lnSpc>
              <a:spcBef>
                <a:spcPts val="0"/>
              </a:spcBef>
              <a:spcAft>
                <a:spcPts val="0"/>
              </a:spcAft>
              <a:buClr>
                <a:srgbClr val="000000"/>
              </a:buClr>
              <a:buSzPts val="2000"/>
              <a:buFont typeface="Roboto"/>
              <a:buChar char="•"/>
            </a:pPr>
            <a:r>
              <a:rPr b="0" i="0" lang="en-US" sz="2000" u="none" cap="none" strike="noStrike">
                <a:solidFill>
                  <a:srgbClr val="000000"/>
                </a:solidFill>
                <a:latin typeface="Roboto"/>
                <a:ea typeface="Roboto"/>
                <a:cs typeface="Roboto"/>
                <a:sym typeface="Roboto"/>
              </a:rPr>
              <a:t>Gabriel Nogueras</a:t>
            </a:r>
            <a:endParaRPr b="0" i="0" sz="2000" u="none" cap="none" strike="noStrike">
              <a:solidFill>
                <a:srgbClr val="000000"/>
              </a:solidFill>
              <a:latin typeface="Roboto"/>
              <a:ea typeface="Roboto"/>
              <a:cs typeface="Roboto"/>
              <a:sym typeface="Roboto"/>
            </a:endParaRPr>
          </a:p>
        </p:txBody>
      </p:sp>
      <p:sp>
        <p:nvSpPr>
          <p:cNvPr id="189" name="Google Shape;189;g2d75afc7928_0_34"/>
          <p:cNvSpPr txBox="1"/>
          <p:nvPr/>
        </p:nvSpPr>
        <p:spPr>
          <a:xfrm>
            <a:off x="2704050" y="4358775"/>
            <a:ext cx="2915700" cy="1871700"/>
          </a:xfrm>
          <a:prstGeom prst="rect">
            <a:avLst/>
          </a:prstGeom>
          <a:noFill/>
          <a:ln>
            <a:noFill/>
          </a:ln>
        </p:spPr>
        <p:txBody>
          <a:bodyPr anchorCtr="0" anchor="t" bIns="45700" lIns="91425" spcFirstLastPara="1" rIns="91425" wrap="square" tIns="45700">
            <a:noAutofit/>
          </a:bodyPr>
          <a:lstStyle/>
          <a:p>
            <a:pPr indent="-355600" lvl="0" marL="457200" marR="0" rtl="0" algn="l">
              <a:lnSpc>
                <a:spcPct val="150000"/>
              </a:lnSpc>
              <a:spcBef>
                <a:spcPts val="0"/>
              </a:spcBef>
              <a:spcAft>
                <a:spcPts val="0"/>
              </a:spcAft>
              <a:buClr>
                <a:srgbClr val="000000"/>
              </a:buClr>
              <a:buSzPts val="2000"/>
              <a:buFont typeface="Roboto"/>
              <a:buChar char="•"/>
            </a:pPr>
            <a:r>
              <a:rPr b="0" i="0" lang="en-US" sz="2000" u="none" cap="none" strike="noStrike">
                <a:solidFill>
                  <a:srgbClr val="000000"/>
                </a:solidFill>
                <a:latin typeface="Roboto"/>
                <a:ea typeface="Roboto"/>
                <a:cs typeface="Roboto"/>
                <a:sym typeface="Roboto"/>
              </a:rPr>
              <a:t>Justin Joseph</a:t>
            </a:r>
            <a:endParaRPr b="0" i="0" sz="2000" u="none" cap="none" strike="noStrike">
              <a:solidFill>
                <a:srgbClr val="000000"/>
              </a:solidFill>
              <a:latin typeface="Roboto"/>
              <a:ea typeface="Roboto"/>
              <a:cs typeface="Roboto"/>
              <a:sym typeface="Roboto"/>
            </a:endParaRPr>
          </a:p>
          <a:p>
            <a:pPr indent="-355600" lvl="0" marL="457200" marR="0" rtl="0" algn="l">
              <a:lnSpc>
                <a:spcPct val="150000"/>
              </a:lnSpc>
              <a:spcBef>
                <a:spcPts val="0"/>
              </a:spcBef>
              <a:spcAft>
                <a:spcPts val="0"/>
              </a:spcAft>
              <a:buClr>
                <a:srgbClr val="000000"/>
              </a:buClr>
              <a:buSzPts val="2000"/>
              <a:buFont typeface="Roboto"/>
              <a:buChar char="•"/>
            </a:pPr>
            <a:r>
              <a:rPr b="0" i="0" lang="en-US" sz="2000" u="none" cap="none" strike="noStrike">
                <a:solidFill>
                  <a:srgbClr val="000000"/>
                </a:solidFill>
                <a:latin typeface="Roboto"/>
                <a:ea typeface="Roboto"/>
                <a:cs typeface="Roboto"/>
                <a:sym typeface="Roboto"/>
              </a:rPr>
              <a:t>Mariana Phelan</a:t>
            </a:r>
            <a:endParaRPr b="0" i="0" sz="2000" u="none" cap="none" strike="noStrike">
              <a:solidFill>
                <a:srgbClr val="000000"/>
              </a:solidFill>
              <a:latin typeface="Roboto"/>
              <a:ea typeface="Roboto"/>
              <a:cs typeface="Roboto"/>
              <a:sym typeface="Roboto"/>
            </a:endParaRPr>
          </a:p>
          <a:p>
            <a:pPr indent="-355600" lvl="0" marL="457200" marR="0" rtl="0" algn="l">
              <a:lnSpc>
                <a:spcPct val="150000"/>
              </a:lnSpc>
              <a:spcBef>
                <a:spcPts val="0"/>
              </a:spcBef>
              <a:spcAft>
                <a:spcPts val="0"/>
              </a:spcAft>
              <a:buClr>
                <a:srgbClr val="000000"/>
              </a:buClr>
              <a:buSzPts val="2000"/>
              <a:buFont typeface="Roboto"/>
              <a:buChar char="•"/>
            </a:pPr>
            <a:r>
              <a:rPr b="0" i="0" lang="en-US" sz="2000" u="none" cap="none" strike="noStrike">
                <a:solidFill>
                  <a:srgbClr val="000000"/>
                </a:solidFill>
                <a:latin typeface="Roboto"/>
                <a:ea typeface="Roboto"/>
                <a:cs typeface="Roboto"/>
                <a:sym typeface="Roboto"/>
              </a:rPr>
              <a:t>Sara Salvatierra</a:t>
            </a:r>
            <a:endParaRPr b="0" i="0" sz="2000" u="none" cap="none" strike="noStrike">
              <a:solidFill>
                <a:srgbClr val="000000"/>
              </a:solidFill>
              <a:latin typeface="Roboto"/>
              <a:ea typeface="Roboto"/>
              <a:cs typeface="Roboto"/>
              <a:sym typeface="Roboto"/>
            </a:endParaRPr>
          </a:p>
          <a:p>
            <a:pPr indent="-355600" lvl="0" marL="457200" marR="0" rtl="0" algn="l">
              <a:lnSpc>
                <a:spcPct val="150000"/>
              </a:lnSpc>
              <a:spcBef>
                <a:spcPts val="0"/>
              </a:spcBef>
              <a:spcAft>
                <a:spcPts val="0"/>
              </a:spcAft>
              <a:buClr>
                <a:srgbClr val="000000"/>
              </a:buClr>
              <a:buSzPts val="2000"/>
              <a:buFont typeface="Roboto"/>
              <a:buChar char="•"/>
            </a:pPr>
            <a:r>
              <a:rPr b="0" i="0" lang="en-US" sz="2000" u="none" cap="none" strike="noStrike">
                <a:solidFill>
                  <a:srgbClr val="000000"/>
                </a:solidFill>
                <a:latin typeface="Roboto"/>
                <a:ea typeface="Roboto"/>
                <a:cs typeface="Roboto"/>
                <a:sym typeface="Roboto"/>
              </a:rPr>
              <a:t>Thierry Laguerre</a:t>
            </a:r>
            <a:endParaRPr b="0" i="0" sz="2000" u="none" cap="none" strike="noStrike">
              <a:solidFill>
                <a:srgbClr val="000000"/>
              </a:solidFill>
              <a:latin typeface="Roboto"/>
              <a:ea typeface="Roboto"/>
              <a:cs typeface="Roboto"/>
              <a:sym typeface="Roboto"/>
            </a:endParaRPr>
          </a:p>
        </p:txBody>
      </p:sp>
      <p:pic>
        <p:nvPicPr>
          <p:cNvPr id="190" name="Google Shape;190;g2d75afc7928_0_34"/>
          <p:cNvPicPr preferRelativeResize="0"/>
          <p:nvPr/>
        </p:nvPicPr>
        <p:blipFill rotWithShape="1">
          <a:blip r:embed="rId4">
            <a:alphaModFix/>
          </a:blip>
          <a:srcRect b="0" l="0" r="0" t="0"/>
          <a:stretch/>
        </p:blipFill>
        <p:spPr>
          <a:xfrm>
            <a:off x="5821550" y="1876225"/>
            <a:ext cx="5438950" cy="4733900"/>
          </a:xfrm>
          <a:prstGeom prst="rect">
            <a:avLst/>
          </a:prstGeom>
          <a:noFill/>
          <a:ln>
            <a:noFill/>
          </a:ln>
        </p:spPr>
      </p:pic>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194" name="Shape 194"/>
        <p:cNvGrpSpPr/>
        <p:nvPr/>
      </p:nvGrpSpPr>
      <p:grpSpPr>
        <a:xfrm>
          <a:off x="0" y="0"/>
          <a:ext cx="0" cy="0"/>
          <a:chOff x="0" y="0"/>
          <a:chExt cx="0" cy="0"/>
        </a:xfrm>
      </p:grpSpPr>
      <p:sp>
        <p:nvSpPr>
          <p:cNvPr id="195" name="Google Shape;195;g2d75afc7928_0_45"/>
          <p:cNvSpPr/>
          <p:nvPr/>
        </p:nvSpPr>
        <p:spPr>
          <a:xfrm>
            <a:off x="0" y="0"/>
            <a:ext cx="12189300" cy="6858000"/>
          </a:xfrm>
          <a:prstGeom prst="rect">
            <a:avLst/>
          </a:prstGeom>
          <a:solidFill>
            <a:schemeClr val="lt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900"/>
              <a:buFont typeface="Arial"/>
              <a:buNone/>
            </a:pPr>
            <a:r>
              <a:t/>
            </a:r>
            <a:endParaRPr b="0" i="0" sz="1900" u="none" cap="none" strike="noStrike">
              <a:solidFill>
                <a:schemeClr val="lt1"/>
              </a:solidFill>
              <a:latin typeface="Arial"/>
              <a:ea typeface="Arial"/>
              <a:cs typeface="Arial"/>
              <a:sym typeface="Arial"/>
            </a:endParaRPr>
          </a:p>
        </p:txBody>
      </p:sp>
      <p:sp>
        <p:nvSpPr>
          <p:cNvPr id="196" name="Google Shape;196;g2d75afc7928_0_45"/>
          <p:cNvSpPr txBox="1"/>
          <p:nvPr>
            <p:ph type="title"/>
          </p:nvPr>
        </p:nvSpPr>
        <p:spPr>
          <a:xfrm>
            <a:off x="572493" y="238539"/>
            <a:ext cx="11018400" cy="1434300"/>
          </a:xfrm>
          <a:prstGeom prst="rect">
            <a:avLst/>
          </a:prstGeom>
          <a:noFill/>
          <a:ln>
            <a:noFill/>
          </a:ln>
        </p:spPr>
        <p:txBody>
          <a:bodyPr anchorCtr="0" anchor="b" bIns="45700" lIns="91425" spcFirstLastPara="1" rIns="91425" wrap="square" tIns="45700">
            <a:normAutofit/>
          </a:bodyPr>
          <a:lstStyle/>
          <a:p>
            <a:pPr indent="0" lvl="0" marL="0" rtl="0" algn="l">
              <a:lnSpc>
                <a:spcPct val="90000"/>
              </a:lnSpc>
              <a:spcBef>
                <a:spcPts val="0"/>
              </a:spcBef>
              <a:spcAft>
                <a:spcPts val="0"/>
              </a:spcAft>
              <a:buClr>
                <a:schemeClr val="dk1"/>
              </a:buClr>
              <a:buSzPts val="5500"/>
              <a:buFont typeface="Play"/>
              <a:buNone/>
            </a:pPr>
            <a:r>
              <a:rPr lang="en-US">
                <a:latin typeface="Calibri"/>
                <a:ea typeface="Calibri"/>
                <a:cs typeface="Calibri"/>
                <a:sym typeface="Calibri"/>
              </a:rPr>
              <a:t>Why Join Code Crunch?</a:t>
            </a:r>
            <a:endParaRPr/>
          </a:p>
        </p:txBody>
      </p:sp>
      <p:sp>
        <p:nvSpPr>
          <p:cNvPr id="197" name="Google Shape;197;g2d75afc7928_0_45"/>
          <p:cNvSpPr/>
          <p:nvPr/>
        </p:nvSpPr>
        <p:spPr>
          <a:xfrm>
            <a:off x="572493" y="1681544"/>
            <a:ext cx="10972800" cy="18288"/>
          </a:xfrm>
          <a:custGeom>
            <a:rect b="b" l="l" r="r" t="t"/>
            <a:pathLst>
              <a:path extrusionOk="0" fill="none" h="18288" w="10972800">
                <a:moveTo>
                  <a:pt x="0" y="0"/>
                </a:moveTo>
                <a:cubicBezTo>
                  <a:pt x="165916" y="-1866"/>
                  <a:pt x="188720" y="13756"/>
                  <a:pt x="356616" y="0"/>
                </a:cubicBezTo>
                <a:cubicBezTo>
                  <a:pt x="524512" y="-13756"/>
                  <a:pt x="734781" y="8922"/>
                  <a:pt x="1042416" y="0"/>
                </a:cubicBezTo>
                <a:cubicBezTo>
                  <a:pt x="1350051" y="-8922"/>
                  <a:pt x="1595982" y="-26315"/>
                  <a:pt x="1947672" y="0"/>
                </a:cubicBezTo>
                <a:cubicBezTo>
                  <a:pt x="2299362" y="26315"/>
                  <a:pt x="2292691" y="-19526"/>
                  <a:pt x="2633472" y="0"/>
                </a:cubicBezTo>
                <a:cubicBezTo>
                  <a:pt x="2974253" y="19526"/>
                  <a:pt x="2857309" y="10773"/>
                  <a:pt x="2990088" y="0"/>
                </a:cubicBezTo>
                <a:cubicBezTo>
                  <a:pt x="3122867" y="-10773"/>
                  <a:pt x="3359343" y="7194"/>
                  <a:pt x="3456432" y="0"/>
                </a:cubicBezTo>
                <a:cubicBezTo>
                  <a:pt x="3553521" y="-7194"/>
                  <a:pt x="4136258" y="5108"/>
                  <a:pt x="4361688" y="0"/>
                </a:cubicBezTo>
                <a:cubicBezTo>
                  <a:pt x="4587118" y="-5108"/>
                  <a:pt x="4992424" y="-42958"/>
                  <a:pt x="5266944" y="0"/>
                </a:cubicBezTo>
                <a:cubicBezTo>
                  <a:pt x="5541464" y="42958"/>
                  <a:pt x="5882966" y="-3430"/>
                  <a:pt x="6172200" y="0"/>
                </a:cubicBezTo>
                <a:cubicBezTo>
                  <a:pt x="6461434" y="3430"/>
                  <a:pt x="6432127" y="6688"/>
                  <a:pt x="6528816" y="0"/>
                </a:cubicBezTo>
                <a:cubicBezTo>
                  <a:pt x="6625505" y="-6688"/>
                  <a:pt x="6916805" y="-436"/>
                  <a:pt x="7214616" y="0"/>
                </a:cubicBezTo>
                <a:cubicBezTo>
                  <a:pt x="7512427" y="436"/>
                  <a:pt x="7626159" y="-6909"/>
                  <a:pt x="7790688" y="0"/>
                </a:cubicBezTo>
                <a:cubicBezTo>
                  <a:pt x="7955217" y="6909"/>
                  <a:pt x="8048891" y="15307"/>
                  <a:pt x="8147304" y="0"/>
                </a:cubicBezTo>
                <a:cubicBezTo>
                  <a:pt x="8245717" y="-15307"/>
                  <a:pt x="8645618" y="-11734"/>
                  <a:pt x="9052560" y="0"/>
                </a:cubicBezTo>
                <a:cubicBezTo>
                  <a:pt x="9459502" y="11734"/>
                  <a:pt x="9320584" y="8388"/>
                  <a:pt x="9409176" y="0"/>
                </a:cubicBezTo>
                <a:cubicBezTo>
                  <a:pt x="9497768" y="-8388"/>
                  <a:pt x="9644192" y="8379"/>
                  <a:pt x="9765792" y="0"/>
                </a:cubicBezTo>
                <a:cubicBezTo>
                  <a:pt x="9887392" y="-8379"/>
                  <a:pt x="10105220" y="-12663"/>
                  <a:pt x="10341864" y="0"/>
                </a:cubicBezTo>
                <a:cubicBezTo>
                  <a:pt x="10578508" y="12663"/>
                  <a:pt x="10773103" y="-5786"/>
                  <a:pt x="10972800" y="0"/>
                </a:cubicBezTo>
                <a:cubicBezTo>
                  <a:pt x="10972146" y="8818"/>
                  <a:pt x="10972240" y="13823"/>
                  <a:pt x="10972800" y="18288"/>
                </a:cubicBezTo>
                <a:cubicBezTo>
                  <a:pt x="10588778" y="31598"/>
                  <a:pt x="10543381" y="-12698"/>
                  <a:pt x="10177272" y="18288"/>
                </a:cubicBezTo>
                <a:cubicBezTo>
                  <a:pt x="9811163" y="49274"/>
                  <a:pt x="9996817" y="25662"/>
                  <a:pt x="9820656" y="18288"/>
                </a:cubicBezTo>
                <a:cubicBezTo>
                  <a:pt x="9644495" y="10914"/>
                  <a:pt x="9607007" y="31631"/>
                  <a:pt x="9464040" y="18288"/>
                </a:cubicBezTo>
                <a:cubicBezTo>
                  <a:pt x="9321073" y="4945"/>
                  <a:pt x="9114189" y="28940"/>
                  <a:pt x="8778240" y="18288"/>
                </a:cubicBezTo>
                <a:cubicBezTo>
                  <a:pt x="8442291" y="7636"/>
                  <a:pt x="8594763" y="987"/>
                  <a:pt x="8421624" y="18288"/>
                </a:cubicBezTo>
                <a:cubicBezTo>
                  <a:pt x="8248485" y="35589"/>
                  <a:pt x="7929515" y="37573"/>
                  <a:pt x="7735824" y="18288"/>
                </a:cubicBezTo>
                <a:cubicBezTo>
                  <a:pt x="7542133" y="-997"/>
                  <a:pt x="7252504" y="33858"/>
                  <a:pt x="6940296" y="18288"/>
                </a:cubicBezTo>
                <a:cubicBezTo>
                  <a:pt x="6628088" y="2718"/>
                  <a:pt x="6528503" y="48389"/>
                  <a:pt x="6254496" y="18288"/>
                </a:cubicBezTo>
                <a:cubicBezTo>
                  <a:pt x="5980489" y="-11813"/>
                  <a:pt x="5695784" y="-3740"/>
                  <a:pt x="5458968" y="18288"/>
                </a:cubicBezTo>
                <a:cubicBezTo>
                  <a:pt x="5222152" y="40316"/>
                  <a:pt x="5010751" y="19095"/>
                  <a:pt x="4663440" y="18288"/>
                </a:cubicBezTo>
                <a:cubicBezTo>
                  <a:pt x="4316129" y="17481"/>
                  <a:pt x="4425552" y="1606"/>
                  <a:pt x="4306824" y="18288"/>
                </a:cubicBezTo>
                <a:cubicBezTo>
                  <a:pt x="4188096" y="34970"/>
                  <a:pt x="3941535" y="7481"/>
                  <a:pt x="3840480" y="18288"/>
                </a:cubicBezTo>
                <a:cubicBezTo>
                  <a:pt x="3739425" y="29095"/>
                  <a:pt x="3402388" y="17641"/>
                  <a:pt x="3264408" y="18288"/>
                </a:cubicBezTo>
                <a:cubicBezTo>
                  <a:pt x="3126428" y="18935"/>
                  <a:pt x="2776779" y="9983"/>
                  <a:pt x="2578608" y="18288"/>
                </a:cubicBezTo>
                <a:cubicBezTo>
                  <a:pt x="2380437" y="26593"/>
                  <a:pt x="1909468" y="25818"/>
                  <a:pt x="1673352" y="18288"/>
                </a:cubicBezTo>
                <a:cubicBezTo>
                  <a:pt x="1437236" y="10758"/>
                  <a:pt x="1131180" y="49884"/>
                  <a:pt x="877824" y="18288"/>
                </a:cubicBezTo>
                <a:cubicBezTo>
                  <a:pt x="624468" y="-13308"/>
                  <a:pt x="206753" y="2195"/>
                  <a:pt x="0" y="18288"/>
                </a:cubicBezTo>
                <a:cubicBezTo>
                  <a:pt x="313" y="10654"/>
                  <a:pt x="-263" y="4056"/>
                  <a:pt x="0" y="0"/>
                </a:cubicBezTo>
                <a:close/>
              </a:path>
              <a:path extrusionOk="0" h="18288" w="10972800">
                <a:moveTo>
                  <a:pt x="0" y="0"/>
                </a:moveTo>
                <a:cubicBezTo>
                  <a:pt x="164017" y="-17675"/>
                  <a:pt x="309425" y="9913"/>
                  <a:pt x="466344" y="0"/>
                </a:cubicBezTo>
                <a:cubicBezTo>
                  <a:pt x="623263" y="-9913"/>
                  <a:pt x="659300" y="-14524"/>
                  <a:pt x="822960" y="0"/>
                </a:cubicBezTo>
                <a:cubicBezTo>
                  <a:pt x="986620" y="14524"/>
                  <a:pt x="1105222" y="-16481"/>
                  <a:pt x="1289304" y="0"/>
                </a:cubicBezTo>
                <a:cubicBezTo>
                  <a:pt x="1473386" y="16481"/>
                  <a:pt x="1693223" y="26161"/>
                  <a:pt x="1975104" y="0"/>
                </a:cubicBezTo>
                <a:cubicBezTo>
                  <a:pt x="2256985" y="-26161"/>
                  <a:pt x="2435781" y="23061"/>
                  <a:pt x="2770632" y="0"/>
                </a:cubicBezTo>
                <a:cubicBezTo>
                  <a:pt x="3105483" y="-23061"/>
                  <a:pt x="3247479" y="-44011"/>
                  <a:pt x="3675888" y="0"/>
                </a:cubicBezTo>
                <a:cubicBezTo>
                  <a:pt x="4104297" y="44011"/>
                  <a:pt x="4280918" y="4017"/>
                  <a:pt x="4581144" y="0"/>
                </a:cubicBezTo>
                <a:cubicBezTo>
                  <a:pt x="4881370" y="-4017"/>
                  <a:pt x="5021699" y="-11889"/>
                  <a:pt x="5157216" y="0"/>
                </a:cubicBezTo>
                <a:cubicBezTo>
                  <a:pt x="5292733" y="11889"/>
                  <a:pt x="5603398" y="-17698"/>
                  <a:pt x="5952744" y="0"/>
                </a:cubicBezTo>
                <a:cubicBezTo>
                  <a:pt x="6302090" y="17698"/>
                  <a:pt x="6353093" y="-11909"/>
                  <a:pt x="6638544" y="0"/>
                </a:cubicBezTo>
                <a:cubicBezTo>
                  <a:pt x="6923995" y="11909"/>
                  <a:pt x="7053404" y="21630"/>
                  <a:pt x="7214616" y="0"/>
                </a:cubicBezTo>
                <a:cubicBezTo>
                  <a:pt x="7375828" y="-21630"/>
                  <a:pt x="7837963" y="3886"/>
                  <a:pt x="8010144" y="0"/>
                </a:cubicBezTo>
                <a:cubicBezTo>
                  <a:pt x="8182325" y="-3886"/>
                  <a:pt x="8224183" y="16009"/>
                  <a:pt x="8366760" y="0"/>
                </a:cubicBezTo>
                <a:cubicBezTo>
                  <a:pt x="8509337" y="-16009"/>
                  <a:pt x="8687920" y="-5720"/>
                  <a:pt x="8942832" y="0"/>
                </a:cubicBezTo>
                <a:cubicBezTo>
                  <a:pt x="9197744" y="5720"/>
                  <a:pt x="9368437" y="20479"/>
                  <a:pt x="9628632" y="0"/>
                </a:cubicBezTo>
                <a:cubicBezTo>
                  <a:pt x="9888827" y="-20479"/>
                  <a:pt x="10560858" y="-20746"/>
                  <a:pt x="10972800" y="0"/>
                </a:cubicBezTo>
                <a:cubicBezTo>
                  <a:pt x="10972186" y="5722"/>
                  <a:pt x="10972980" y="12495"/>
                  <a:pt x="10972800" y="18288"/>
                </a:cubicBezTo>
                <a:cubicBezTo>
                  <a:pt x="10786146" y="12536"/>
                  <a:pt x="10623717" y="14033"/>
                  <a:pt x="10506456" y="18288"/>
                </a:cubicBezTo>
                <a:cubicBezTo>
                  <a:pt x="10389195" y="22543"/>
                  <a:pt x="10296178" y="20107"/>
                  <a:pt x="10149840" y="18288"/>
                </a:cubicBezTo>
                <a:cubicBezTo>
                  <a:pt x="10003502" y="16469"/>
                  <a:pt x="9767530" y="28891"/>
                  <a:pt x="9464040" y="18288"/>
                </a:cubicBezTo>
                <a:cubicBezTo>
                  <a:pt x="9160550" y="7685"/>
                  <a:pt x="9229050" y="2659"/>
                  <a:pt x="8997696" y="18288"/>
                </a:cubicBezTo>
                <a:cubicBezTo>
                  <a:pt x="8766342" y="33917"/>
                  <a:pt x="8340136" y="34864"/>
                  <a:pt x="8092440" y="18288"/>
                </a:cubicBezTo>
                <a:cubicBezTo>
                  <a:pt x="7844744" y="1712"/>
                  <a:pt x="7863720" y="27405"/>
                  <a:pt x="7735824" y="18288"/>
                </a:cubicBezTo>
                <a:cubicBezTo>
                  <a:pt x="7607928" y="9171"/>
                  <a:pt x="7323619" y="461"/>
                  <a:pt x="7050024" y="18288"/>
                </a:cubicBezTo>
                <a:cubicBezTo>
                  <a:pt x="6776429" y="36115"/>
                  <a:pt x="6787899" y="28206"/>
                  <a:pt x="6693408" y="18288"/>
                </a:cubicBezTo>
                <a:cubicBezTo>
                  <a:pt x="6598917" y="8370"/>
                  <a:pt x="6395231" y="19114"/>
                  <a:pt x="6227064" y="18288"/>
                </a:cubicBezTo>
                <a:cubicBezTo>
                  <a:pt x="6058897" y="17462"/>
                  <a:pt x="5618582" y="1091"/>
                  <a:pt x="5431536" y="18288"/>
                </a:cubicBezTo>
                <a:cubicBezTo>
                  <a:pt x="5244490" y="35485"/>
                  <a:pt x="4729797" y="-9650"/>
                  <a:pt x="4526280" y="18288"/>
                </a:cubicBezTo>
                <a:cubicBezTo>
                  <a:pt x="4322763" y="46226"/>
                  <a:pt x="4216797" y="756"/>
                  <a:pt x="4059936" y="18288"/>
                </a:cubicBezTo>
                <a:cubicBezTo>
                  <a:pt x="3903075" y="35820"/>
                  <a:pt x="3537912" y="42098"/>
                  <a:pt x="3374136" y="18288"/>
                </a:cubicBezTo>
                <a:cubicBezTo>
                  <a:pt x="3210360" y="-5522"/>
                  <a:pt x="3126842" y="39135"/>
                  <a:pt x="2907792" y="18288"/>
                </a:cubicBezTo>
                <a:cubicBezTo>
                  <a:pt x="2688742" y="-2559"/>
                  <a:pt x="2490436" y="34100"/>
                  <a:pt x="2112264" y="18288"/>
                </a:cubicBezTo>
                <a:cubicBezTo>
                  <a:pt x="1734092" y="2476"/>
                  <a:pt x="1744622" y="-7274"/>
                  <a:pt x="1536192" y="18288"/>
                </a:cubicBezTo>
                <a:cubicBezTo>
                  <a:pt x="1327762" y="43850"/>
                  <a:pt x="1189025" y="6435"/>
                  <a:pt x="1069848" y="18288"/>
                </a:cubicBezTo>
                <a:cubicBezTo>
                  <a:pt x="950671" y="30141"/>
                  <a:pt x="858345" y="33684"/>
                  <a:pt x="713232" y="18288"/>
                </a:cubicBezTo>
                <a:cubicBezTo>
                  <a:pt x="568119" y="2892"/>
                  <a:pt x="250292" y="5410"/>
                  <a:pt x="0" y="18288"/>
                </a:cubicBezTo>
                <a:cubicBezTo>
                  <a:pt x="465" y="13062"/>
                  <a:pt x="-894" y="9029"/>
                  <a:pt x="0" y="0"/>
                </a:cubicBezTo>
                <a:close/>
              </a:path>
            </a:pathLst>
          </a:custGeom>
          <a:solidFill>
            <a:schemeClr val="accent2">
              <a:alpha val="73725"/>
            </a:schemeClr>
          </a:solidFill>
          <a:ln cap="rnd" cmpd="sng" w="44450">
            <a:solidFill>
              <a:schemeClr val="accent2">
                <a:alpha val="73725"/>
              </a:schemeClr>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900"/>
              <a:buFont typeface="Arial"/>
              <a:buNone/>
            </a:pPr>
            <a:r>
              <a:t/>
            </a:r>
            <a:endParaRPr b="0" i="0" sz="1900" u="none" cap="none" strike="noStrike">
              <a:solidFill>
                <a:schemeClr val="lt1"/>
              </a:solidFill>
              <a:latin typeface="Arial"/>
              <a:ea typeface="Arial"/>
              <a:cs typeface="Arial"/>
              <a:sym typeface="Arial"/>
            </a:endParaRPr>
          </a:p>
        </p:txBody>
      </p:sp>
      <p:sp>
        <p:nvSpPr>
          <p:cNvPr id="198" name="Google Shape;198;g2d75afc7928_0_45"/>
          <p:cNvSpPr txBox="1"/>
          <p:nvPr>
            <p:ph idx="1" type="body"/>
          </p:nvPr>
        </p:nvSpPr>
        <p:spPr>
          <a:xfrm>
            <a:off x="572500" y="2071300"/>
            <a:ext cx="10922400" cy="4119300"/>
          </a:xfrm>
          <a:prstGeom prst="rect">
            <a:avLst/>
          </a:prstGeom>
          <a:noFill/>
          <a:ln>
            <a:noFill/>
          </a:ln>
        </p:spPr>
        <p:txBody>
          <a:bodyPr anchorCtr="0" anchor="t" bIns="45700" lIns="91425" spcFirstLastPara="1" rIns="91425" wrap="square" tIns="45700">
            <a:normAutofit lnSpcReduction="10000"/>
          </a:bodyPr>
          <a:lstStyle/>
          <a:p>
            <a:pPr indent="0" lvl="0" marL="457200" rtl="0" algn="l">
              <a:lnSpc>
                <a:spcPct val="90000"/>
              </a:lnSpc>
              <a:spcBef>
                <a:spcPts val="1100"/>
              </a:spcBef>
              <a:spcAft>
                <a:spcPts val="0"/>
              </a:spcAft>
              <a:buSzPts val="1800"/>
              <a:buNone/>
            </a:pPr>
            <a:r>
              <a:rPr lang="en-US" sz="3200"/>
              <a:t>• Collaborate with peers and mentors.</a:t>
            </a:r>
            <a:endParaRPr sz="3200"/>
          </a:p>
          <a:p>
            <a:pPr indent="0" lvl="0" marL="457200" rtl="0" algn="l">
              <a:lnSpc>
                <a:spcPct val="90000"/>
              </a:lnSpc>
              <a:spcBef>
                <a:spcPts val="1100"/>
              </a:spcBef>
              <a:spcAft>
                <a:spcPts val="0"/>
              </a:spcAft>
              <a:buSzPts val="1800"/>
              <a:buNone/>
            </a:pPr>
            <a:r>
              <a:rPr lang="en-US" sz="3200"/>
              <a:t>• Develop technical and leadership skills.</a:t>
            </a:r>
            <a:endParaRPr sz="3200"/>
          </a:p>
          <a:p>
            <a:pPr indent="0" lvl="0" marL="457200" rtl="0" algn="l">
              <a:lnSpc>
                <a:spcPct val="90000"/>
              </a:lnSpc>
              <a:spcBef>
                <a:spcPts val="1100"/>
              </a:spcBef>
              <a:spcAft>
                <a:spcPts val="0"/>
              </a:spcAft>
              <a:buSzPts val="1800"/>
              <a:buNone/>
            </a:pPr>
            <a:r>
              <a:rPr lang="en-US" sz="3200"/>
              <a:t>• Network with professionals from top companies.</a:t>
            </a:r>
            <a:endParaRPr sz="3200"/>
          </a:p>
          <a:p>
            <a:pPr indent="0" lvl="0" marL="457200" rtl="0" algn="l">
              <a:lnSpc>
                <a:spcPct val="90000"/>
              </a:lnSpc>
              <a:spcBef>
                <a:spcPts val="1100"/>
              </a:spcBef>
              <a:spcAft>
                <a:spcPts val="0"/>
              </a:spcAft>
              <a:buSzPts val="1800"/>
              <a:buNone/>
            </a:pPr>
            <a:r>
              <a:rPr lang="en-US" sz="3200"/>
              <a:t>• Build impactful projects and gain hands-on experience.</a:t>
            </a:r>
            <a:endParaRPr sz="3200"/>
          </a:p>
          <a:p>
            <a:pPr indent="0" lvl="0" marL="457200" rtl="0" algn="l">
              <a:lnSpc>
                <a:spcPct val="90000"/>
              </a:lnSpc>
              <a:spcBef>
                <a:spcPts val="1100"/>
              </a:spcBef>
              <a:spcAft>
                <a:spcPts val="0"/>
              </a:spcAft>
              <a:buSzPts val="1800"/>
              <a:buNone/>
            </a:pPr>
            <a:r>
              <a:t/>
            </a:r>
            <a:endParaRPr sz="3200"/>
          </a:p>
          <a:p>
            <a:pPr indent="0" lvl="0" marL="0" rtl="0" algn="l">
              <a:lnSpc>
                <a:spcPct val="90000"/>
              </a:lnSpc>
              <a:spcBef>
                <a:spcPts val="1100"/>
              </a:spcBef>
              <a:spcAft>
                <a:spcPts val="0"/>
              </a:spcAft>
              <a:buSzPts val="1800"/>
              <a:buNone/>
            </a:pPr>
            <a:r>
              <a:rPr lang="en-US" sz="3200"/>
              <a:t>A welcoming and inclusive space for underrepresented groups in tech.</a:t>
            </a:r>
            <a:endParaRPr sz="3200"/>
          </a:p>
          <a:p>
            <a:pPr indent="0" lvl="0" marL="457200" rtl="0" algn="l">
              <a:lnSpc>
                <a:spcPct val="90000"/>
              </a:lnSpc>
              <a:spcBef>
                <a:spcPts val="1100"/>
              </a:spcBef>
              <a:spcAft>
                <a:spcPts val="0"/>
              </a:spcAft>
              <a:buSzPts val="1800"/>
              <a:buNone/>
            </a:pPr>
            <a:r>
              <a:t/>
            </a:r>
            <a:endParaRPr sz="3200"/>
          </a:p>
        </p:txBody>
      </p:sp>
      <p:pic>
        <p:nvPicPr>
          <p:cNvPr id="199" name="Google Shape;199;g2d75afc7928_0_45"/>
          <p:cNvPicPr preferRelativeResize="0"/>
          <p:nvPr/>
        </p:nvPicPr>
        <p:blipFill rotWithShape="1">
          <a:blip r:embed="rId3">
            <a:alphaModFix/>
          </a:blip>
          <a:srcRect b="0" l="0" r="0" t="0"/>
          <a:stretch/>
        </p:blipFill>
        <p:spPr>
          <a:xfrm>
            <a:off x="10173375" y="0"/>
            <a:ext cx="2015925" cy="2015925"/>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03" name="Shape 203"/>
        <p:cNvGrpSpPr/>
        <p:nvPr/>
      </p:nvGrpSpPr>
      <p:grpSpPr>
        <a:xfrm>
          <a:off x="0" y="0"/>
          <a:ext cx="0" cy="0"/>
          <a:chOff x="0" y="0"/>
          <a:chExt cx="0" cy="0"/>
        </a:xfrm>
      </p:grpSpPr>
      <p:sp>
        <p:nvSpPr>
          <p:cNvPr id="204" name="Google Shape;204;g2d75afc7928_0_55"/>
          <p:cNvSpPr/>
          <p:nvPr/>
        </p:nvSpPr>
        <p:spPr>
          <a:xfrm>
            <a:off x="-12950" y="-102025"/>
            <a:ext cx="12189300" cy="6858000"/>
          </a:xfrm>
          <a:prstGeom prst="rect">
            <a:avLst/>
          </a:prstGeom>
          <a:solidFill>
            <a:schemeClr val="lt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900"/>
              <a:buFont typeface="Arial"/>
              <a:buNone/>
            </a:pPr>
            <a:r>
              <a:t/>
            </a:r>
            <a:endParaRPr b="0" i="0" sz="1900" u="none" cap="none" strike="noStrike">
              <a:solidFill>
                <a:schemeClr val="lt1"/>
              </a:solidFill>
              <a:latin typeface="Arial"/>
              <a:ea typeface="Arial"/>
              <a:cs typeface="Arial"/>
              <a:sym typeface="Arial"/>
            </a:endParaRPr>
          </a:p>
        </p:txBody>
      </p:sp>
      <p:sp>
        <p:nvSpPr>
          <p:cNvPr id="205" name="Google Shape;205;g2d75afc7928_0_55"/>
          <p:cNvSpPr txBox="1"/>
          <p:nvPr>
            <p:ph type="title"/>
          </p:nvPr>
        </p:nvSpPr>
        <p:spPr>
          <a:xfrm>
            <a:off x="572493" y="238539"/>
            <a:ext cx="11018400" cy="1434300"/>
          </a:xfrm>
          <a:prstGeom prst="rect">
            <a:avLst/>
          </a:prstGeom>
          <a:noFill/>
          <a:ln>
            <a:noFill/>
          </a:ln>
        </p:spPr>
        <p:txBody>
          <a:bodyPr anchorCtr="0" anchor="b" bIns="45700" lIns="91425" spcFirstLastPara="1" rIns="91425" wrap="square" tIns="45700">
            <a:normAutofit/>
          </a:bodyPr>
          <a:lstStyle/>
          <a:p>
            <a:pPr indent="0" lvl="0" marL="0" rtl="0" algn="l">
              <a:lnSpc>
                <a:spcPct val="90000"/>
              </a:lnSpc>
              <a:spcBef>
                <a:spcPts val="0"/>
              </a:spcBef>
              <a:spcAft>
                <a:spcPts val="0"/>
              </a:spcAft>
              <a:buClr>
                <a:schemeClr val="dk1"/>
              </a:buClr>
              <a:buSzPts val="5500"/>
              <a:buFont typeface="Play"/>
              <a:buNone/>
            </a:pPr>
            <a:r>
              <a:rPr lang="en-US">
                <a:latin typeface="Calibri"/>
                <a:ea typeface="Calibri"/>
                <a:cs typeface="Calibri"/>
                <a:sym typeface="Calibri"/>
              </a:rPr>
              <a:t>Spring 2025 Weekly Schedule</a:t>
            </a:r>
            <a:endParaRPr/>
          </a:p>
        </p:txBody>
      </p:sp>
      <p:sp>
        <p:nvSpPr>
          <p:cNvPr id="206" name="Google Shape;206;g2d75afc7928_0_55"/>
          <p:cNvSpPr/>
          <p:nvPr/>
        </p:nvSpPr>
        <p:spPr>
          <a:xfrm>
            <a:off x="572493" y="1681544"/>
            <a:ext cx="10972800" cy="18288"/>
          </a:xfrm>
          <a:custGeom>
            <a:rect b="b" l="l" r="r" t="t"/>
            <a:pathLst>
              <a:path extrusionOk="0" fill="none" h="18288" w="10972800">
                <a:moveTo>
                  <a:pt x="0" y="0"/>
                </a:moveTo>
                <a:cubicBezTo>
                  <a:pt x="165916" y="-1866"/>
                  <a:pt x="188720" y="13756"/>
                  <a:pt x="356616" y="0"/>
                </a:cubicBezTo>
                <a:cubicBezTo>
                  <a:pt x="524512" y="-13756"/>
                  <a:pt x="734781" y="8922"/>
                  <a:pt x="1042416" y="0"/>
                </a:cubicBezTo>
                <a:cubicBezTo>
                  <a:pt x="1350051" y="-8922"/>
                  <a:pt x="1595982" y="-26315"/>
                  <a:pt x="1947672" y="0"/>
                </a:cubicBezTo>
                <a:cubicBezTo>
                  <a:pt x="2299362" y="26315"/>
                  <a:pt x="2292691" y="-19526"/>
                  <a:pt x="2633472" y="0"/>
                </a:cubicBezTo>
                <a:cubicBezTo>
                  <a:pt x="2974253" y="19526"/>
                  <a:pt x="2857309" y="10773"/>
                  <a:pt x="2990088" y="0"/>
                </a:cubicBezTo>
                <a:cubicBezTo>
                  <a:pt x="3122867" y="-10773"/>
                  <a:pt x="3359343" y="7194"/>
                  <a:pt x="3456432" y="0"/>
                </a:cubicBezTo>
                <a:cubicBezTo>
                  <a:pt x="3553521" y="-7194"/>
                  <a:pt x="4136258" y="5108"/>
                  <a:pt x="4361688" y="0"/>
                </a:cubicBezTo>
                <a:cubicBezTo>
                  <a:pt x="4587118" y="-5108"/>
                  <a:pt x="4992424" y="-42958"/>
                  <a:pt x="5266944" y="0"/>
                </a:cubicBezTo>
                <a:cubicBezTo>
                  <a:pt x="5541464" y="42958"/>
                  <a:pt x="5882966" y="-3430"/>
                  <a:pt x="6172200" y="0"/>
                </a:cubicBezTo>
                <a:cubicBezTo>
                  <a:pt x="6461434" y="3430"/>
                  <a:pt x="6432127" y="6688"/>
                  <a:pt x="6528816" y="0"/>
                </a:cubicBezTo>
                <a:cubicBezTo>
                  <a:pt x="6625505" y="-6688"/>
                  <a:pt x="6916805" y="-436"/>
                  <a:pt x="7214616" y="0"/>
                </a:cubicBezTo>
                <a:cubicBezTo>
                  <a:pt x="7512427" y="436"/>
                  <a:pt x="7626159" y="-6909"/>
                  <a:pt x="7790688" y="0"/>
                </a:cubicBezTo>
                <a:cubicBezTo>
                  <a:pt x="7955217" y="6909"/>
                  <a:pt x="8048891" y="15307"/>
                  <a:pt x="8147304" y="0"/>
                </a:cubicBezTo>
                <a:cubicBezTo>
                  <a:pt x="8245717" y="-15307"/>
                  <a:pt x="8645618" y="-11734"/>
                  <a:pt x="9052560" y="0"/>
                </a:cubicBezTo>
                <a:cubicBezTo>
                  <a:pt x="9459502" y="11734"/>
                  <a:pt x="9320584" y="8388"/>
                  <a:pt x="9409176" y="0"/>
                </a:cubicBezTo>
                <a:cubicBezTo>
                  <a:pt x="9497768" y="-8388"/>
                  <a:pt x="9644192" y="8379"/>
                  <a:pt x="9765792" y="0"/>
                </a:cubicBezTo>
                <a:cubicBezTo>
                  <a:pt x="9887392" y="-8379"/>
                  <a:pt x="10105220" y="-12663"/>
                  <a:pt x="10341864" y="0"/>
                </a:cubicBezTo>
                <a:cubicBezTo>
                  <a:pt x="10578508" y="12663"/>
                  <a:pt x="10773103" y="-5786"/>
                  <a:pt x="10972800" y="0"/>
                </a:cubicBezTo>
                <a:cubicBezTo>
                  <a:pt x="10972146" y="8818"/>
                  <a:pt x="10972240" y="13823"/>
                  <a:pt x="10972800" y="18288"/>
                </a:cubicBezTo>
                <a:cubicBezTo>
                  <a:pt x="10588778" y="31598"/>
                  <a:pt x="10543381" y="-12698"/>
                  <a:pt x="10177272" y="18288"/>
                </a:cubicBezTo>
                <a:cubicBezTo>
                  <a:pt x="9811163" y="49274"/>
                  <a:pt x="9996817" y="25662"/>
                  <a:pt x="9820656" y="18288"/>
                </a:cubicBezTo>
                <a:cubicBezTo>
                  <a:pt x="9644495" y="10914"/>
                  <a:pt x="9607007" y="31631"/>
                  <a:pt x="9464040" y="18288"/>
                </a:cubicBezTo>
                <a:cubicBezTo>
                  <a:pt x="9321073" y="4945"/>
                  <a:pt x="9114189" y="28940"/>
                  <a:pt x="8778240" y="18288"/>
                </a:cubicBezTo>
                <a:cubicBezTo>
                  <a:pt x="8442291" y="7636"/>
                  <a:pt x="8594763" y="987"/>
                  <a:pt x="8421624" y="18288"/>
                </a:cubicBezTo>
                <a:cubicBezTo>
                  <a:pt x="8248485" y="35589"/>
                  <a:pt x="7929515" y="37573"/>
                  <a:pt x="7735824" y="18288"/>
                </a:cubicBezTo>
                <a:cubicBezTo>
                  <a:pt x="7542133" y="-997"/>
                  <a:pt x="7252504" y="33858"/>
                  <a:pt x="6940296" y="18288"/>
                </a:cubicBezTo>
                <a:cubicBezTo>
                  <a:pt x="6628088" y="2718"/>
                  <a:pt x="6528503" y="48389"/>
                  <a:pt x="6254496" y="18288"/>
                </a:cubicBezTo>
                <a:cubicBezTo>
                  <a:pt x="5980489" y="-11813"/>
                  <a:pt x="5695784" y="-3740"/>
                  <a:pt x="5458968" y="18288"/>
                </a:cubicBezTo>
                <a:cubicBezTo>
                  <a:pt x="5222152" y="40316"/>
                  <a:pt x="5010751" y="19095"/>
                  <a:pt x="4663440" y="18288"/>
                </a:cubicBezTo>
                <a:cubicBezTo>
                  <a:pt x="4316129" y="17481"/>
                  <a:pt x="4425552" y="1606"/>
                  <a:pt x="4306824" y="18288"/>
                </a:cubicBezTo>
                <a:cubicBezTo>
                  <a:pt x="4188096" y="34970"/>
                  <a:pt x="3941535" y="7481"/>
                  <a:pt x="3840480" y="18288"/>
                </a:cubicBezTo>
                <a:cubicBezTo>
                  <a:pt x="3739425" y="29095"/>
                  <a:pt x="3402388" y="17641"/>
                  <a:pt x="3264408" y="18288"/>
                </a:cubicBezTo>
                <a:cubicBezTo>
                  <a:pt x="3126428" y="18935"/>
                  <a:pt x="2776779" y="9983"/>
                  <a:pt x="2578608" y="18288"/>
                </a:cubicBezTo>
                <a:cubicBezTo>
                  <a:pt x="2380437" y="26593"/>
                  <a:pt x="1909468" y="25818"/>
                  <a:pt x="1673352" y="18288"/>
                </a:cubicBezTo>
                <a:cubicBezTo>
                  <a:pt x="1437236" y="10758"/>
                  <a:pt x="1131180" y="49884"/>
                  <a:pt x="877824" y="18288"/>
                </a:cubicBezTo>
                <a:cubicBezTo>
                  <a:pt x="624468" y="-13308"/>
                  <a:pt x="206753" y="2195"/>
                  <a:pt x="0" y="18288"/>
                </a:cubicBezTo>
                <a:cubicBezTo>
                  <a:pt x="313" y="10654"/>
                  <a:pt x="-263" y="4056"/>
                  <a:pt x="0" y="0"/>
                </a:cubicBezTo>
                <a:close/>
              </a:path>
              <a:path extrusionOk="0" h="18288" w="10972800">
                <a:moveTo>
                  <a:pt x="0" y="0"/>
                </a:moveTo>
                <a:cubicBezTo>
                  <a:pt x="164017" y="-17675"/>
                  <a:pt x="309425" y="9913"/>
                  <a:pt x="466344" y="0"/>
                </a:cubicBezTo>
                <a:cubicBezTo>
                  <a:pt x="623263" y="-9913"/>
                  <a:pt x="659300" y="-14524"/>
                  <a:pt x="822960" y="0"/>
                </a:cubicBezTo>
                <a:cubicBezTo>
                  <a:pt x="986620" y="14524"/>
                  <a:pt x="1105222" y="-16481"/>
                  <a:pt x="1289304" y="0"/>
                </a:cubicBezTo>
                <a:cubicBezTo>
                  <a:pt x="1473386" y="16481"/>
                  <a:pt x="1693223" y="26161"/>
                  <a:pt x="1975104" y="0"/>
                </a:cubicBezTo>
                <a:cubicBezTo>
                  <a:pt x="2256985" y="-26161"/>
                  <a:pt x="2435781" y="23061"/>
                  <a:pt x="2770632" y="0"/>
                </a:cubicBezTo>
                <a:cubicBezTo>
                  <a:pt x="3105483" y="-23061"/>
                  <a:pt x="3247479" y="-44011"/>
                  <a:pt x="3675888" y="0"/>
                </a:cubicBezTo>
                <a:cubicBezTo>
                  <a:pt x="4104297" y="44011"/>
                  <a:pt x="4280918" y="4017"/>
                  <a:pt x="4581144" y="0"/>
                </a:cubicBezTo>
                <a:cubicBezTo>
                  <a:pt x="4881370" y="-4017"/>
                  <a:pt x="5021699" y="-11889"/>
                  <a:pt x="5157216" y="0"/>
                </a:cubicBezTo>
                <a:cubicBezTo>
                  <a:pt x="5292733" y="11889"/>
                  <a:pt x="5603398" y="-17698"/>
                  <a:pt x="5952744" y="0"/>
                </a:cubicBezTo>
                <a:cubicBezTo>
                  <a:pt x="6302090" y="17698"/>
                  <a:pt x="6353093" y="-11909"/>
                  <a:pt x="6638544" y="0"/>
                </a:cubicBezTo>
                <a:cubicBezTo>
                  <a:pt x="6923995" y="11909"/>
                  <a:pt x="7053404" y="21630"/>
                  <a:pt x="7214616" y="0"/>
                </a:cubicBezTo>
                <a:cubicBezTo>
                  <a:pt x="7375828" y="-21630"/>
                  <a:pt x="7837963" y="3886"/>
                  <a:pt x="8010144" y="0"/>
                </a:cubicBezTo>
                <a:cubicBezTo>
                  <a:pt x="8182325" y="-3886"/>
                  <a:pt x="8224183" y="16009"/>
                  <a:pt x="8366760" y="0"/>
                </a:cubicBezTo>
                <a:cubicBezTo>
                  <a:pt x="8509337" y="-16009"/>
                  <a:pt x="8687920" y="-5720"/>
                  <a:pt x="8942832" y="0"/>
                </a:cubicBezTo>
                <a:cubicBezTo>
                  <a:pt x="9197744" y="5720"/>
                  <a:pt x="9368437" y="20479"/>
                  <a:pt x="9628632" y="0"/>
                </a:cubicBezTo>
                <a:cubicBezTo>
                  <a:pt x="9888827" y="-20479"/>
                  <a:pt x="10560858" y="-20746"/>
                  <a:pt x="10972800" y="0"/>
                </a:cubicBezTo>
                <a:cubicBezTo>
                  <a:pt x="10972186" y="5722"/>
                  <a:pt x="10972980" y="12495"/>
                  <a:pt x="10972800" y="18288"/>
                </a:cubicBezTo>
                <a:cubicBezTo>
                  <a:pt x="10786146" y="12536"/>
                  <a:pt x="10623717" y="14033"/>
                  <a:pt x="10506456" y="18288"/>
                </a:cubicBezTo>
                <a:cubicBezTo>
                  <a:pt x="10389195" y="22543"/>
                  <a:pt x="10296178" y="20107"/>
                  <a:pt x="10149840" y="18288"/>
                </a:cubicBezTo>
                <a:cubicBezTo>
                  <a:pt x="10003502" y="16469"/>
                  <a:pt x="9767530" y="28891"/>
                  <a:pt x="9464040" y="18288"/>
                </a:cubicBezTo>
                <a:cubicBezTo>
                  <a:pt x="9160550" y="7685"/>
                  <a:pt x="9229050" y="2659"/>
                  <a:pt x="8997696" y="18288"/>
                </a:cubicBezTo>
                <a:cubicBezTo>
                  <a:pt x="8766342" y="33917"/>
                  <a:pt x="8340136" y="34864"/>
                  <a:pt x="8092440" y="18288"/>
                </a:cubicBezTo>
                <a:cubicBezTo>
                  <a:pt x="7844744" y="1712"/>
                  <a:pt x="7863720" y="27405"/>
                  <a:pt x="7735824" y="18288"/>
                </a:cubicBezTo>
                <a:cubicBezTo>
                  <a:pt x="7607928" y="9171"/>
                  <a:pt x="7323619" y="461"/>
                  <a:pt x="7050024" y="18288"/>
                </a:cubicBezTo>
                <a:cubicBezTo>
                  <a:pt x="6776429" y="36115"/>
                  <a:pt x="6787899" y="28206"/>
                  <a:pt x="6693408" y="18288"/>
                </a:cubicBezTo>
                <a:cubicBezTo>
                  <a:pt x="6598917" y="8370"/>
                  <a:pt x="6395231" y="19114"/>
                  <a:pt x="6227064" y="18288"/>
                </a:cubicBezTo>
                <a:cubicBezTo>
                  <a:pt x="6058897" y="17462"/>
                  <a:pt x="5618582" y="1091"/>
                  <a:pt x="5431536" y="18288"/>
                </a:cubicBezTo>
                <a:cubicBezTo>
                  <a:pt x="5244490" y="35485"/>
                  <a:pt x="4729797" y="-9650"/>
                  <a:pt x="4526280" y="18288"/>
                </a:cubicBezTo>
                <a:cubicBezTo>
                  <a:pt x="4322763" y="46226"/>
                  <a:pt x="4216797" y="756"/>
                  <a:pt x="4059936" y="18288"/>
                </a:cubicBezTo>
                <a:cubicBezTo>
                  <a:pt x="3903075" y="35820"/>
                  <a:pt x="3537912" y="42098"/>
                  <a:pt x="3374136" y="18288"/>
                </a:cubicBezTo>
                <a:cubicBezTo>
                  <a:pt x="3210360" y="-5522"/>
                  <a:pt x="3126842" y="39135"/>
                  <a:pt x="2907792" y="18288"/>
                </a:cubicBezTo>
                <a:cubicBezTo>
                  <a:pt x="2688742" y="-2559"/>
                  <a:pt x="2490436" y="34100"/>
                  <a:pt x="2112264" y="18288"/>
                </a:cubicBezTo>
                <a:cubicBezTo>
                  <a:pt x="1734092" y="2476"/>
                  <a:pt x="1744622" y="-7274"/>
                  <a:pt x="1536192" y="18288"/>
                </a:cubicBezTo>
                <a:cubicBezTo>
                  <a:pt x="1327762" y="43850"/>
                  <a:pt x="1189025" y="6435"/>
                  <a:pt x="1069848" y="18288"/>
                </a:cubicBezTo>
                <a:cubicBezTo>
                  <a:pt x="950671" y="30141"/>
                  <a:pt x="858345" y="33684"/>
                  <a:pt x="713232" y="18288"/>
                </a:cubicBezTo>
                <a:cubicBezTo>
                  <a:pt x="568119" y="2892"/>
                  <a:pt x="250292" y="5410"/>
                  <a:pt x="0" y="18288"/>
                </a:cubicBezTo>
                <a:cubicBezTo>
                  <a:pt x="465" y="13062"/>
                  <a:pt x="-894" y="9029"/>
                  <a:pt x="0" y="0"/>
                </a:cubicBezTo>
                <a:close/>
              </a:path>
            </a:pathLst>
          </a:custGeom>
          <a:solidFill>
            <a:schemeClr val="accent2">
              <a:alpha val="73725"/>
            </a:schemeClr>
          </a:solidFill>
          <a:ln cap="rnd" cmpd="sng" w="44450">
            <a:solidFill>
              <a:schemeClr val="accent2">
                <a:alpha val="73725"/>
              </a:schemeClr>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900"/>
              <a:buFont typeface="Arial"/>
              <a:buNone/>
            </a:pPr>
            <a:r>
              <a:t/>
            </a:r>
            <a:endParaRPr b="0" i="0" sz="1900" u="none" cap="none" strike="noStrike">
              <a:solidFill>
                <a:schemeClr val="lt1"/>
              </a:solidFill>
              <a:latin typeface="Arial"/>
              <a:ea typeface="Arial"/>
              <a:cs typeface="Arial"/>
              <a:sym typeface="Arial"/>
            </a:endParaRPr>
          </a:p>
        </p:txBody>
      </p:sp>
      <p:pic>
        <p:nvPicPr>
          <p:cNvPr id="207" name="Google Shape;207;g2d75afc7928_0_55"/>
          <p:cNvPicPr preferRelativeResize="0"/>
          <p:nvPr/>
        </p:nvPicPr>
        <p:blipFill rotWithShape="1">
          <a:blip r:embed="rId3">
            <a:alphaModFix/>
          </a:blip>
          <a:srcRect b="0" l="0" r="0" t="0"/>
          <a:stretch/>
        </p:blipFill>
        <p:spPr>
          <a:xfrm>
            <a:off x="10173375" y="0"/>
            <a:ext cx="2015925" cy="2015925"/>
          </a:xfrm>
          <a:prstGeom prst="rect">
            <a:avLst/>
          </a:prstGeom>
          <a:noFill/>
          <a:ln>
            <a:noFill/>
          </a:ln>
        </p:spPr>
      </p:pic>
      <p:pic>
        <p:nvPicPr>
          <p:cNvPr id="208" name="Google Shape;208;g2d75afc7928_0_55"/>
          <p:cNvPicPr preferRelativeResize="0"/>
          <p:nvPr/>
        </p:nvPicPr>
        <p:blipFill rotWithShape="1">
          <a:blip r:embed="rId4">
            <a:alphaModFix/>
          </a:blip>
          <a:srcRect b="26259" l="0" r="0" t="0"/>
          <a:stretch/>
        </p:blipFill>
        <p:spPr>
          <a:xfrm>
            <a:off x="572500" y="1800750"/>
            <a:ext cx="6858000" cy="5057250"/>
          </a:xfrm>
          <a:prstGeom prst="rect">
            <a:avLst/>
          </a:prstGeom>
          <a:solidFill>
            <a:schemeClr val="lt1"/>
          </a:solidFill>
          <a:ln>
            <a:noFill/>
          </a:ln>
        </p:spPr>
      </p:pic>
      <p:pic>
        <p:nvPicPr>
          <p:cNvPr id="209" name="Google Shape;209;g2d75afc7928_0_55"/>
          <p:cNvPicPr preferRelativeResize="0"/>
          <p:nvPr/>
        </p:nvPicPr>
        <p:blipFill rotWithShape="1">
          <a:blip r:embed="rId5">
            <a:alphaModFix/>
          </a:blip>
          <a:srcRect b="0" l="0" r="0" t="0"/>
          <a:stretch/>
        </p:blipFill>
        <p:spPr>
          <a:xfrm>
            <a:off x="7376251" y="2209199"/>
            <a:ext cx="4214650" cy="4092239"/>
          </a:xfrm>
          <a:prstGeom prst="rect">
            <a:avLst/>
          </a:prstGeom>
          <a:noFill/>
          <a:ln>
            <a:noFill/>
          </a:ln>
        </p:spPr>
      </p:pic>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13" name="Shape 213"/>
        <p:cNvGrpSpPr/>
        <p:nvPr/>
      </p:nvGrpSpPr>
      <p:grpSpPr>
        <a:xfrm>
          <a:off x="0" y="0"/>
          <a:ext cx="0" cy="0"/>
          <a:chOff x="0" y="0"/>
          <a:chExt cx="0" cy="0"/>
        </a:xfrm>
      </p:grpSpPr>
      <p:sp>
        <p:nvSpPr>
          <p:cNvPr id="214" name="Google Shape;214;g2d75afc7928_0_66"/>
          <p:cNvSpPr/>
          <p:nvPr/>
        </p:nvSpPr>
        <p:spPr>
          <a:xfrm>
            <a:off x="0" y="0"/>
            <a:ext cx="12189300" cy="6858000"/>
          </a:xfrm>
          <a:prstGeom prst="rect">
            <a:avLst/>
          </a:prstGeom>
          <a:solidFill>
            <a:schemeClr val="lt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900"/>
              <a:buFont typeface="Arial"/>
              <a:buNone/>
            </a:pPr>
            <a:r>
              <a:t/>
            </a:r>
            <a:endParaRPr b="0" i="0" sz="1900" u="none" cap="none" strike="noStrike">
              <a:solidFill>
                <a:schemeClr val="lt1"/>
              </a:solidFill>
              <a:latin typeface="Arial"/>
              <a:ea typeface="Arial"/>
              <a:cs typeface="Arial"/>
              <a:sym typeface="Arial"/>
            </a:endParaRPr>
          </a:p>
        </p:txBody>
      </p:sp>
      <p:sp>
        <p:nvSpPr>
          <p:cNvPr id="215" name="Google Shape;215;g2d75afc7928_0_66"/>
          <p:cNvSpPr txBox="1"/>
          <p:nvPr>
            <p:ph type="title"/>
          </p:nvPr>
        </p:nvSpPr>
        <p:spPr>
          <a:xfrm>
            <a:off x="572493" y="238539"/>
            <a:ext cx="11018400" cy="1434300"/>
          </a:xfrm>
          <a:prstGeom prst="rect">
            <a:avLst/>
          </a:prstGeom>
          <a:noFill/>
          <a:ln>
            <a:noFill/>
          </a:ln>
        </p:spPr>
        <p:txBody>
          <a:bodyPr anchorCtr="0" anchor="b" bIns="45700" lIns="91425" spcFirstLastPara="1" rIns="91425" wrap="square" tIns="45700">
            <a:normAutofit/>
          </a:bodyPr>
          <a:lstStyle/>
          <a:p>
            <a:pPr indent="0" lvl="0" marL="0" rtl="0" algn="l">
              <a:lnSpc>
                <a:spcPct val="90000"/>
              </a:lnSpc>
              <a:spcBef>
                <a:spcPts val="0"/>
              </a:spcBef>
              <a:spcAft>
                <a:spcPts val="0"/>
              </a:spcAft>
              <a:buClr>
                <a:schemeClr val="dk1"/>
              </a:buClr>
              <a:buSzPts val="5500"/>
              <a:buFont typeface="Play"/>
              <a:buNone/>
            </a:pPr>
            <a:r>
              <a:rPr lang="en-US">
                <a:latin typeface="Calibri"/>
                <a:ea typeface="Calibri"/>
                <a:cs typeface="Calibri"/>
                <a:sym typeface="Calibri"/>
              </a:rPr>
              <a:t>Be Part of the Code Crunch Community</a:t>
            </a:r>
            <a:endParaRPr/>
          </a:p>
        </p:txBody>
      </p:sp>
      <p:sp>
        <p:nvSpPr>
          <p:cNvPr id="216" name="Google Shape;216;g2d75afc7928_0_66"/>
          <p:cNvSpPr/>
          <p:nvPr/>
        </p:nvSpPr>
        <p:spPr>
          <a:xfrm>
            <a:off x="572493" y="1681544"/>
            <a:ext cx="10972800" cy="18288"/>
          </a:xfrm>
          <a:custGeom>
            <a:rect b="b" l="l" r="r" t="t"/>
            <a:pathLst>
              <a:path extrusionOk="0" fill="none" h="18288" w="10972800">
                <a:moveTo>
                  <a:pt x="0" y="0"/>
                </a:moveTo>
                <a:cubicBezTo>
                  <a:pt x="165916" y="-1866"/>
                  <a:pt x="188720" y="13756"/>
                  <a:pt x="356616" y="0"/>
                </a:cubicBezTo>
                <a:cubicBezTo>
                  <a:pt x="524512" y="-13756"/>
                  <a:pt x="734781" y="8922"/>
                  <a:pt x="1042416" y="0"/>
                </a:cubicBezTo>
                <a:cubicBezTo>
                  <a:pt x="1350051" y="-8922"/>
                  <a:pt x="1595982" y="-26315"/>
                  <a:pt x="1947672" y="0"/>
                </a:cubicBezTo>
                <a:cubicBezTo>
                  <a:pt x="2299362" y="26315"/>
                  <a:pt x="2292691" y="-19526"/>
                  <a:pt x="2633472" y="0"/>
                </a:cubicBezTo>
                <a:cubicBezTo>
                  <a:pt x="2974253" y="19526"/>
                  <a:pt x="2857309" y="10773"/>
                  <a:pt x="2990088" y="0"/>
                </a:cubicBezTo>
                <a:cubicBezTo>
                  <a:pt x="3122867" y="-10773"/>
                  <a:pt x="3359343" y="7194"/>
                  <a:pt x="3456432" y="0"/>
                </a:cubicBezTo>
                <a:cubicBezTo>
                  <a:pt x="3553521" y="-7194"/>
                  <a:pt x="4136258" y="5108"/>
                  <a:pt x="4361688" y="0"/>
                </a:cubicBezTo>
                <a:cubicBezTo>
                  <a:pt x="4587118" y="-5108"/>
                  <a:pt x="4992424" y="-42958"/>
                  <a:pt x="5266944" y="0"/>
                </a:cubicBezTo>
                <a:cubicBezTo>
                  <a:pt x="5541464" y="42958"/>
                  <a:pt x="5882966" y="-3430"/>
                  <a:pt x="6172200" y="0"/>
                </a:cubicBezTo>
                <a:cubicBezTo>
                  <a:pt x="6461434" y="3430"/>
                  <a:pt x="6432127" y="6688"/>
                  <a:pt x="6528816" y="0"/>
                </a:cubicBezTo>
                <a:cubicBezTo>
                  <a:pt x="6625505" y="-6688"/>
                  <a:pt x="6916805" y="-436"/>
                  <a:pt x="7214616" y="0"/>
                </a:cubicBezTo>
                <a:cubicBezTo>
                  <a:pt x="7512427" y="436"/>
                  <a:pt x="7626159" y="-6909"/>
                  <a:pt x="7790688" y="0"/>
                </a:cubicBezTo>
                <a:cubicBezTo>
                  <a:pt x="7955217" y="6909"/>
                  <a:pt x="8048891" y="15307"/>
                  <a:pt x="8147304" y="0"/>
                </a:cubicBezTo>
                <a:cubicBezTo>
                  <a:pt x="8245717" y="-15307"/>
                  <a:pt x="8645618" y="-11734"/>
                  <a:pt x="9052560" y="0"/>
                </a:cubicBezTo>
                <a:cubicBezTo>
                  <a:pt x="9459502" y="11734"/>
                  <a:pt x="9320584" y="8388"/>
                  <a:pt x="9409176" y="0"/>
                </a:cubicBezTo>
                <a:cubicBezTo>
                  <a:pt x="9497768" y="-8388"/>
                  <a:pt x="9644192" y="8379"/>
                  <a:pt x="9765792" y="0"/>
                </a:cubicBezTo>
                <a:cubicBezTo>
                  <a:pt x="9887392" y="-8379"/>
                  <a:pt x="10105220" y="-12663"/>
                  <a:pt x="10341864" y="0"/>
                </a:cubicBezTo>
                <a:cubicBezTo>
                  <a:pt x="10578508" y="12663"/>
                  <a:pt x="10773103" y="-5786"/>
                  <a:pt x="10972800" y="0"/>
                </a:cubicBezTo>
                <a:cubicBezTo>
                  <a:pt x="10972146" y="8818"/>
                  <a:pt x="10972240" y="13823"/>
                  <a:pt x="10972800" y="18288"/>
                </a:cubicBezTo>
                <a:cubicBezTo>
                  <a:pt x="10588778" y="31598"/>
                  <a:pt x="10543381" y="-12698"/>
                  <a:pt x="10177272" y="18288"/>
                </a:cubicBezTo>
                <a:cubicBezTo>
                  <a:pt x="9811163" y="49274"/>
                  <a:pt x="9996817" y="25662"/>
                  <a:pt x="9820656" y="18288"/>
                </a:cubicBezTo>
                <a:cubicBezTo>
                  <a:pt x="9644495" y="10914"/>
                  <a:pt x="9607007" y="31631"/>
                  <a:pt x="9464040" y="18288"/>
                </a:cubicBezTo>
                <a:cubicBezTo>
                  <a:pt x="9321073" y="4945"/>
                  <a:pt x="9114189" y="28940"/>
                  <a:pt x="8778240" y="18288"/>
                </a:cubicBezTo>
                <a:cubicBezTo>
                  <a:pt x="8442291" y="7636"/>
                  <a:pt x="8594763" y="987"/>
                  <a:pt x="8421624" y="18288"/>
                </a:cubicBezTo>
                <a:cubicBezTo>
                  <a:pt x="8248485" y="35589"/>
                  <a:pt x="7929515" y="37573"/>
                  <a:pt x="7735824" y="18288"/>
                </a:cubicBezTo>
                <a:cubicBezTo>
                  <a:pt x="7542133" y="-997"/>
                  <a:pt x="7252504" y="33858"/>
                  <a:pt x="6940296" y="18288"/>
                </a:cubicBezTo>
                <a:cubicBezTo>
                  <a:pt x="6628088" y="2718"/>
                  <a:pt x="6528503" y="48389"/>
                  <a:pt x="6254496" y="18288"/>
                </a:cubicBezTo>
                <a:cubicBezTo>
                  <a:pt x="5980489" y="-11813"/>
                  <a:pt x="5695784" y="-3740"/>
                  <a:pt x="5458968" y="18288"/>
                </a:cubicBezTo>
                <a:cubicBezTo>
                  <a:pt x="5222152" y="40316"/>
                  <a:pt x="5010751" y="19095"/>
                  <a:pt x="4663440" y="18288"/>
                </a:cubicBezTo>
                <a:cubicBezTo>
                  <a:pt x="4316129" y="17481"/>
                  <a:pt x="4425552" y="1606"/>
                  <a:pt x="4306824" y="18288"/>
                </a:cubicBezTo>
                <a:cubicBezTo>
                  <a:pt x="4188096" y="34970"/>
                  <a:pt x="3941535" y="7481"/>
                  <a:pt x="3840480" y="18288"/>
                </a:cubicBezTo>
                <a:cubicBezTo>
                  <a:pt x="3739425" y="29095"/>
                  <a:pt x="3402388" y="17641"/>
                  <a:pt x="3264408" y="18288"/>
                </a:cubicBezTo>
                <a:cubicBezTo>
                  <a:pt x="3126428" y="18935"/>
                  <a:pt x="2776779" y="9983"/>
                  <a:pt x="2578608" y="18288"/>
                </a:cubicBezTo>
                <a:cubicBezTo>
                  <a:pt x="2380437" y="26593"/>
                  <a:pt x="1909468" y="25818"/>
                  <a:pt x="1673352" y="18288"/>
                </a:cubicBezTo>
                <a:cubicBezTo>
                  <a:pt x="1437236" y="10758"/>
                  <a:pt x="1131180" y="49884"/>
                  <a:pt x="877824" y="18288"/>
                </a:cubicBezTo>
                <a:cubicBezTo>
                  <a:pt x="624468" y="-13308"/>
                  <a:pt x="206753" y="2195"/>
                  <a:pt x="0" y="18288"/>
                </a:cubicBezTo>
                <a:cubicBezTo>
                  <a:pt x="313" y="10654"/>
                  <a:pt x="-263" y="4056"/>
                  <a:pt x="0" y="0"/>
                </a:cubicBezTo>
                <a:close/>
              </a:path>
              <a:path extrusionOk="0" h="18288" w="10972800">
                <a:moveTo>
                  <a:pt x="0" y="0"/>
                </a:moveTo>
                <a:cubicBezTo>
                  <a:pt x="164017" y="-17675"/>
                  <a:pt x="309425" y="9913"/>
                  <a:pt x="466344" y="0"/>
                </a:cubicBezTo>
                <a:cubicBezTo>
                  <a:pt x="623263" y="-9913"/>
                  <a:pt x="659300" y="-14524"/>
                  <a:pt x="822960" y="0"/>
                </a:cubicBezTo>
                <a:cubicBezTo>
                  <a:pt x="986620" y="14524"/>
                  <a:pt x="1105222" y="-16481"/>
                  <a:pt x="1289304" y="0"/>
                </a:cubicBezTo>
                <a:cubicBezTo>
                  <a:pt x="1473386" y="16481"/>
                  <a:pt x="1693223" y="26161"/>
                  <a:pt x="1975104" y="0"/>
                </a:cubicBezTo>
                <a:cubicBezTo>
                  <a:pt x="2256985" y="-26161"/>
                  <a:pt x="2435781" y="23061"/>
                  <a:pt x="2770632" y="0"/>
                </a:cubicBezTo>
                <a:cubicBezTo>
                  <a:pt x="3105483" y="-23061"/>
                  <a:pt x="3247479" y="-44011"/>
                  <a:pt x="3675888" y="0"/>
                </a:cubicBezTo>
                <a:cubicBezTo>
                  <a:pt x="4104297" y="44011"/>
                  <a:pt x="4280918" y="4017"/>
                  <a:pt x="4581144" y="0"/>
                </a:cubicBezTo>
                <a:cubicBezTo>
                  <a:pt x="4881370" y="-4017"/>
                  <a:pt x="5021699" y="-11889"/>
                  <a:pt x="5157216" y="0"/>
                </a:cubicBezTo>
                <a:cubicBezTo>
                  <a:pt x="5292733" y="11889"/>
                  <a:pt x="5603398" y="-17698"/>
                  <a:pt x="5952744" y="0"/>
                </a:cubicBezTo>
                <a:cubicBezTo>
                  <a:pt x="6302090" y="17698"/>
                  <a:pt x="6353093" y="-11909"/>
                  <a:pt x="6638544" y="0"/>
                </a:cubicBezTo>
                <a:cubicBezTo>
                  <a:pt x="6923995" y="11909"/>
                  <a:pt x="7053404" y="21630"/>
                  <a:pt x="7214616" y="0"/>
                </a:cubicBezTo>
                <a:cubicBezTo>
                  <a:pt x="7375828" y="-21630"/>
                  <a:pt x="7837963" y="3886"/>
                  <a:pt x="8010144" y="0"/>
                </a:cubicBezTo>
                <a:cubicBezTo>
                  <a:pt x="8182325" y="-3886"/>
                  <a:pt x="8224183" y="16009"/>
                  <a:pt x="8366760" y="0"/>
                </a:cubicBezTo>
                <a:cubicBezTo>
                  <a:pt x="8509337" y="-16009"/>
                  <a:pt x="8687920" y="-5720"/>
                  <a:pt x="8942832" y="0"/>
                </a:cubicBezTo>
                <a:cubicBezTo>
                  <a:pt x="9197744" y="5720"/>
                  <a:pt x="9368437" y="20479"/>
                  <a:pt x="9628632" y="0"/>
                </a:cubicBezTo>
                <a:cubicBezTo>
                  <a:pt x="9888827" y="-20479"/>
                  <a:pt x="10560858" y="-20746"/>
                  <a:pt x="10972800" y="0"/>
                </a:cubicBezTo>
                <a:cubicBezTo>
                  <a:pt x="10972186" y="5722"/>
                  <a:pt x="10972980" y="12495"/>
                  <a:pt x="10972800" y="18288"/>
                </a:cubicBezTo>
                <a:cubicBezTo>
                  <a:pt x="10786146" y="12536"/>
                  <a:pt x="10623717" y="14033"/>
                  <a:pt x="10506456" y="18288"/>
                </a:cubicBezTo>
                <a:cubicBezTo>
                  <a:pt x="10389195" y="22543"/>
                  <a:pt x="10296178" y="20107"/>
                  <a:pt x="10149840" y="18288"/>
                </a:cubicBezTo>
                <a:cubicBezTo>
                  <a:pt x="10003502" y="16469"/>
                  <a:pt x="9767530" y="28891"/>
                  <a:pt x="9464040" y="18288"/>
                </a:cubicBezTo>
                <a:cubicBezTo>
                  <a:pt x="9160550" y="7685"/>
                  <a:pt x="9229050" y="2659"/>
                  <a:pt x="8997696" y="18288"/>
                </a:cubicBezTo>
                <a:cubicBezTo>
                  <a:pt x="8766342" y="33917"/>
                  <a:pt x="8340136" y="34864"/>
                  <a:pt x="8092440" y="18288"/>
                </a:cubicBezTo>
                <a:cubicBezTo>
                  <a:pt x="7844744" y="1712"/>
                  <a:pt x="7863720" y="27405"/>
                  <a:pt x="7735824" y="18288"/>
                </a:cubicBezTo>
                <a:cubicBezTo>
                  <a:pt x="7607928" y="9171"/>
                  <a:pt x="7323619" y="461"/>
                  <a:pt x="7050024" y="18288"/>
                </a:cubicBezTo>
                <a:cubicBezTo>
                  <a:pt x="6776429" y="36115"/>
                  <a:pt x="6787899" y="28206"/>
                  <a:pt x="6693408" y="18288"/>
                </a:cubicBezTo>
                <a:cubicBezTo>
                  <a:pt x="6598917" y="8370"/>
                  <a:pt x="6395231" y="19114"/>
                  <a:pt x="6227064" y="18288"/>
                </a:cubicBezTo>
                <a:cubicBezTo>
                  <a:pt x="6058897" y="17462"/>
                  <a:pt x="5618582" y="1091"/>
                  <a:pt x="5431536" y="18288"/>
                </a:cubicBezTo>
                <a:cubicBezTo>
                  <a:pt x="5244490" y="35485"/>
                  <a:pt x="4729797" y="-9650"/>
                  <a:pt x="4526280" y="18288"/>
                </a:cubicBezTo>
                <a:cubicBezTo>
                  <a:pt x="4322763" y="46226"/>
                  <a:pt x="4216797" y="756"/>
                  <a:pt x="4059936" y="18288"/>
                </a:cubicBezTo>
                <a:cubicBezTo>
                  <a:pt x="3903075" y="35820"/>
                  <a:pt x="3537912" y="42098"/>
                  <a:pt x="3374136" y="18288"/>
                </a:cubicBezTo>
                <a:cubicBezTo>
                  <a:pt x="3210360" y="-5522"/>
                  <a:pt x="3126842" y="39135"/>
                  <a:pt x="2907792" y="18288"/>
                </a:cubicBezTo>
                <a:cubicBezTo>
                  <a:pt x="2688742" y="-2559"/>
                  <a:pt x="2490436" y="34100"/>
                  <a:pt x="2112264" y="18288"/>
                </a:cubicBezTo>
                <a:cubicBezTo>
                  <a:pt x="1734092" y="2476"/>
                  <a:pt x="1744622" y="-7274"/>
                  <a:pt x="1536192" y="18288"/>
                </a:cubicBezTo>
                <a:cubicBezTo>
                  <a:pt x="1327762" y="43850"/>
                  <a:pt x="1189025" y="6435"/>
                  <a:pt x="1069848" y="18288"/>
                </a:cubicBezTo>
                <a:cubicBezTo>
                  <a:pt x="950671" y="30141"/>
                  <a:pt x="858345" y="33684"/>
                  <a:pt x="713232" y="18288"/>
                </a:cubicBezTo>
                <a:cubicBezTo>
                  <a:pt x="568119" y="2892"/>
                  <a:pt x="250292" y="5410"/>
                  <a:pt x="0" y="18288"/>
                </a:cubicBezTo>
                <a:cubicBezTo>
                  <a:pt x="465" y="13062"/>
                  <a:pt x="-894" y="9029"/>
                  <a:pt x="0" y="0"/>
                </a:cubicBezTo>
                <a:close/>
              </a:path>
            </a:pathLst>
          </a:custGeom>
          <a:solidFill>
            <a:schemeClr val="accent2">
              <a:alpha val="73725"/>
            </a:schemeClr>
          </a:solidFill>
          <a:ln cap="rnd" cmpd="sng" w="44450">
            <a:solidFill>
              <a:schemeClr val="accent2">
                <a:alpha val="73725"/>
              </a:schemeClr>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900"/>
              <a:buFont typeface="Arial"/>
              <a:buNone/>
            </a:pPr>
            <a:r>
              <a:t/>
            </a:r>
            <a:endParaRPr b="0" i="0" sz="1900" u="none" cap="none" strike="noStrike">
              <a:solidFill>
                <a:schemeClr val="lt1"/>
              </a:solidFill>
              <a:latin typeface="Arial"/>
              <a:ea typeface="Arial"/>
              <a:cs typeface="Arial"/>
              <a:sym typeface="Arial"/>
            </a:endParaRPr>
          </a:p>
        </p:txBody>
      </p:sp>
      <p:sp>
        <p:nvSpPr>
          <p:cNvPr id="217" name="Google Shape;217;g2d75afc7928_0_66"/>
          <p:cNvSpPr txBox="1"/>
          <p:nvPr>
            <p:ph idx="1" type="body"/>
          </p:nvPr>
        </p:nvSpPr>
        <p:spPr>
          <a:xfrm>
            <a:off x="572500" y="2071300"/>
            <a:ext cx="10922400" cy="4119300"/>
          </a:xfrm>
          <a:prstGeom prst="rect">
            <a:avLst/>
          </a:prstGeom>
          <a:noFill/>
          <a:ln>
            <a:noFill/>
          </a:ln>
        </p:spPr>
        <p:txBody>
          <a:bodyPr anchorCtr="0" anchor="t" bIns="45700" lIns="91425" spcFirstLastPara="1" rIns="91425" wrap="square" tIns="45700">
            <a:normAutofit lnSpcReduction="20000"/>
          </a:bodyPr>
          <a:lstStyle/>
          <a:p>
            <a:pPr indent="0" lvl="0" marL="457200" rtl="0" algn="l">
              <a:lnSpc>
                <a:spcPct val="90000"/>
              </a:lnSpc>
              <a:spcBef>
                <a:spcPts val="1100"/>
              </a:spcBef>
              <a:spcAft>
                <a:spcPts val="0"/>
              </a:spcAft>
              <a:buSzPts val="1800"/>
              <a:buNone/>
            </a:pPr>
            <a:r>
              <a:rPr lang="en-US" sz="3200"/>
              <a:t>1. RSVP for sessions at go.fiu.edu/codecrunch.</a:t>
            </a:r>
            <a:endParaRPr sz="3200"/>
          </a:p>
          <a:p>
            <a:pPr indent="0" lvl="0" marL="457200" rtl="0" algn="l">
              <a:lnSpc>
                <a:spcPct val="90000"/>
              </a:lnSpc>
              <a:spcBef>
                <a:spcPts val="1100"/>
              </a:spcBef>
              <a:spcAft>
                <a:spcPts val="0"/>
              </a:spcAft>
              <a:buSzPts val="1800"/>
              <a:buNone/>
            </a:pPr>
            <a:r>
              <a:rPr lang="en-US" sz="3200"/>
              <a:t>2. Follow us on LinkedIn, Instagram, and Discord for updates.</a:t>
            </a:r>
            <a:endParaRPr sz="3200"/>
          </a:p>
          <a:p>
            <a:pPr indent="0" lvl="0" marL="457200" rtl="0" algn="l">
              <a:lnSpc>
                <a:spcPct val="90000"/>
              </a:lnSpc>
              <a:spcBef>
                <a:spcPts val="1100"/>
              </a:spcBef>
              <a:spcAft>
                <a:spcPts val="0"/>
              </a:spcAft>
              <a:buSzPts val="1800"/>
              <a:buNone/>
            </a:pPr>
            <a:r>
              <a:rPr lang="en-US" sz="3200"/>
              <a:t>3. Become a member using the QR code on this slide.</a:t>
            </a:r>
            <a:endParaRPr sz="3200"/>
          </a:p>
          <a:p>
            <a:pPr indent="0" lvl="0" marL="457200" rtl="0" algn="l">
              <a:lnSpc>
                <a:spcPct val="90000"/>
              </a:lnSpc>
              <a:spcBef>
                <a:spcPts val="1100"/>
              </a:spcBef>
              <a:spcAft>
                <a:spcPts val="0"/>
              </a:spcAft>
              <a:buSzPts val="1800"/>
              <a:buNone/>
            </a:pPr>
            <a:r>
              <a:rPr lang="en-US" sz="3200"/>
              <a:t>4. Attend workshops, participate in events, and join our leadership team.</a:t>
            </a:r>
            <a:endParaRPr sz="3200"/>
          </a:p>
          <a:p>
            <a:pPr indent="0" lvl="0" marL="457200" rtl="0" algn="l">
              <a:lnSpc>
                <a:spcPct val="90000"/>
              </a:lnSpc>
              <a:spcBef>
                <a:spcPts val="1100"/>
              </a:spcBef>
              <a:spcAft>
                <a:spcPts val="0"/>
              </a:spcAft>
              <a:buSzPts val="1800"/>
              <a:buNone/>
            </a:pPr>
            <a:r>
              <a:t/>
            </a:r>
            <a:endParaRPr sz="3200"/>
          </a:p>
          <a:p>
            <a:pPr indent="0" lvl="0" marL="0" rtl="0" algn="l">
              <a:lnSpc>
                <a:spcPct val="90000"/>
              </a:lnSpc>
              <a:spcBef>
                <a:spcPts val="1100"/>
              </a:spcBef>
              <a:spcAft>
                <a:spcPts val="0"/>
              </a:spcAft>
              <a:buSzPts val="1800"/>
              <a:buNone/>
            </a:pPr>
            <a:r>
              <a:rPr lang="en-US" sz="3200"/>
              <a:t>Together, we innovate and grow.</a:t>
            </a:r>
            <a:endParaRPr sz="3200"/>
          </a:p>
          <a:p>
            <a:pPr indent="0" lvl="0" marL="457200" rtl="0" algn="l">
              <a:lnSpc>
                <a:spcPct val="90000"/>
              </a:lnSpc>
              <a:spcBef>
                <a:spcPts val="1100"/>
              </a:spcBef>
              <a:spcAft>
                <a:spcPts val="0"/>
              </a:spcAft>
              <a:buSzPts val="1800"/>
              <a:buNone/>
            </a:pPr>
            <a:r>
              <a:t/>
            </a:r>
            <a:endParaRPr sz="3200"/>
          </a:p>
        </p:txBody>
      </p:sp>
      <p:pic>
        <p:nvPicPr>
          <p:cNvPr id="218" name="Google Shape;218;g2d75afc7928_0_66"/>
          <p:cNvPicPr preferRelativeResize="0"/>
          <p:nvPr/>
        </p:nvPicPr>
        <p:blipFill rotWithShape="1">
          <a:blip r:embed="rId3">
            <a:alphaModFix/>
          </a:blip>
          <a:srcRect b="0" l="0" r="0" t="0"/>
          <a:stretch/>
        </p:blipFill>
        <p:spPr>
          <a:xfrm>
            <a:off x="10173375" y="0"/>
            <a:ext cx="2015925" cy="2015925"/>
          </a:xfrm>
          <a:prstGeom prst="rect">
            <a:avLst/>
          </a:prstGeom>
          <a:noFill/>
          <a:ln>
            <a:noFill/>
          </a:ln>
        </p:spPr>
      </p:pic>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22" name="Shape 222"/>
        <p:cNvGrpSpPr/>
        <p:nvPr/>
      </p:nvGrpSpPr>
      <p:grpSpPr>
        <a:xfrm>
          <a:off x="0" y="0"/>
          <a:ext cx="0" cy="0"/>
          <a:chOff x="0" y="0"/>
          <a:chExt cx="0" cy="0"/>
        </a:xfrm>
      </p:grpSpPr>
      <p:sp>
        <p:nvSpPr>
          <p:cNvPr id="223" name="Google Shape;223;g2d75afc7928_0_12"/>
          <p:cNvSpPr/>
          <p:nvPr/>
        </p:nvSpPr>
        <p:spPr>
          <a:xfrm>
            <a:off x="0" y="0"/>
            <a:ext cx="12189300" cy="6858000"/>
          </a:xfrm>
          <a:prstGeom prst="rect">
            <a:avLst/>
          </a:prstGeom>
          <a:solidFill>
            <a:schemeClr val="lt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900"/>
              <a:buFont typeface="Arial"/>
              <a:buNone/>
            </a:pPr>
            <a:r>
              <a:t/>
            </a:r>
            <a:endParaRPr b="0" i="0" sz="1900" u="none" cap="none" strike="noStrike">
              <a:solidFill>
                <a:schemeClr val="lt1"/>
              </a:solidFill>
              <a:latin typeface="Arial"/>
              <a:ea typeface="Arial"/>
              <a:cs typeface="Arial"/>
              <a:sym typeface="Arial"/>
            </a:endParaRPr>
          </a:p>
        </p:txBody>
      </p:sp>
      <p:sp>
        <p:nvSpPr>
          <p:cNvPr id="224" name="Google Shape;224;g2d75afc7928_0_12"/>
          <p:cNvSpPr txBox="1"/>
          <p:nvPr>
            <p:ph type="title"/>
          </p:nvPr>
        </p:nvSpPr>
        <p:spPr>
          <a:xfrm>
            <a:off x="572493" y="238539"/>
            <a:ext cx="11018400" cy="1434300"/>
          </a:xfrm>
          <a:prstGeom prst="rect">
            <a:avLst/>
          </a:prstGeom>
          <a:noFill/>
          <a:ln>
            <a:noFill/>
          </a:ln>
        </p:spPr>
        <p:txBody>
          <a:bodyPr anchorCtr="0" anchor="b" bIns="45700" lIns="91425" spcFirstLastPara="1" rIns="91425" wrap="square" tIns="45700">
            <a:normAutofit/>
          </a:bodyPr>
          <a:lstStyle/>
          <a:p>
            <a:pPr indent="0" lvl="0" marL="0" rtl="0" algn="l">
              <a:lnSpc>
                <a:spcPct val="90000"/>
              </a:lnSpc>
              <a:spcBef>
                <a:spcPts val="0"/>
              </a:spcBef>
              <a:spcAft>
                <a:spcPts val="0"/>
              </a:spcAft>
              <a:buClr>
                <a:schemeClr val="dk1"/>
              </a:buClr>
              <a:buSzPts val="5500"/>
              <a:buFont typeface="Play"/>
              <a:buNone/>
            </a:pPr>
            <a:r>
              <a:rPr lang="en-US">
                <a:latin typeface="Calibri"/>
                <a:ea typeface="Calibri"/>
                <a:cs typeface="Calibri"/>
                <a:sym typeface="Calibri"/>
              </a:rPr>
              <a:t>AI &amp; Data Science</a:t>
            </a:r>
            <a:endParaRPr/>
          </a:p>
        </p:txBody>
      </p:sp>
      <p:sp>
        <p:nvSpPr>
          <p:cNvPr id="225" name="Google Shape;225;g2d75afc7928_0_12"/>
          <p:cNvSpPr/>
          <p:nvPr/>
        </p:nvSpPr>
        <p:spPr>
          <a:xfrm>
            <a:off x="572493" y="1681544"/>
            <a:ext cx="10972800" cy="18288"/>
          </a:xfrm>
          <a:custGeom>
            <a:rect b="b" l="l" r="r" t="t"/>
            <a:pathLst>
              <a:path extrusionOk="0" fill="none" h="18288" w="10972800">
                <a:moveTo>
                  <a:pt x="0" y="0"/>
                </a:moveTo>
                <a:cubicBezTo>
                  <a:pt x="165916" y="-1866"/>
                  <a:pt x="188720" y="13756"/>
                  <a:pt x="356616" y="0"/>
                </a:cubicBezTo>
                <a:cubicBezTo>
                  <a:pt x="524512" y="-13756"/>
                  <a:pt x="734781" y="8922"/>
                  <a:pt x="1042416" y="0"/>
                </a:cubicBezTo>
                <a:cubicBezTo>
                  <a:pt x="1350051" y="-8922"/>
                  <a:pt x="1595982" y="-26315"/>
                  <a:pt x="1947672" y="0"/>
                </a:cubicBezTo>
                <a:cubicBezTo>
                  <a:pt x="2299362" y="26315"/>
                  <a:pt x="2292691" y="-19526"/>
                  <a:pt x="2633472" y="0"/>
                </a:cubicBezTo>
                <a:cubicBezTo>
                  <a:pt x="2974253" y="19526"/>
                  <a:pt x="2857309" y="10773"/>
                  <a:pt x="2990088" y="0"/>
                </a:cubicBezTo>
                <a:cubicBezTo>
                  <a:pt x="3122867" y="-10773"/>
                  <a:pt x="3359343" y="7194"/>
                  <a:pt x="3456432" y="0"/>
                </a:cubicBezTo>
                <a:cubicBezTo>
                  <a:pt x="3553521" y="-7194"/>
                  <a:pt x="4136258" y="5108"/>
                  <a:pt x="4361688" y="0"/>
                </a:cubicBezTo>
                <a:cubicBezTo>
                  <a:pt x="4587118" y="-5108"/>
                  <a:pt x="4992424" y="-42958"/>
                  <a:pt x="5266944" y="0"/>
                </a:cubicBezTo>
                <a:cubicBezTo>
                  <a:pt x="5541464" y="42958"/>
                  <a:pt x="5882966" y="-3430"/>
                  <a:pt x="6172200" y="0"/>
                </a:cubicBezTo>
                <a:cubicBezTo>
                  <a:pt x="6461434" y="3430"/>
                  <a:pt x="6432127" y="6688"/>
                  <a:pt x="6528816" y="0"/>
                </a:cubicBezTo>
                <a:cubicBezTo>
                  <a:pt x="6625505" y="-6688"/>
                  <a:pt x="6916805" y="-436"/>
                  <a:pt x="7214616" y="0"/>
                </a:cubicBezTo>
                <a:cubicBezTo>
                  <a:pt x="7512427" y="436"/>
                  <a:pt x="7626159" y="-6909"/>
                  <a:pt x="7790688" y="0"/>
                </a:cubicBezTo>
                <a:cubicBezTo>
                  <a:pt x="7955217" y="6909"/>
                  <a:pt x="8048891" y="15307"/>
                  <a:pt x="8147304" y="0"/>
                </a:cubicBezTo>
                <a:cubicBezTo>
                  <a:pt x="8245717" y="-15307"/>
                  <a:pt x="8645618" y="-11734"/>
                  <a:pt x="9052560" y="0"/>
                </a:cubicBezTo>
                <a:cubicBezTo>
                  <a:pt x="9459502" y="11734"/>
                  <a:pt x="9320584" y="8388"/>
                  <a:pt x="9409176" y="0"/>
                </a:cubicBezTo>
                <a:cubicBezTo>
                  <a:pt x="9497768" y="-8388"/>
                  <a:pt x="9644192" y="8379"/>
                  <a:pt x="9765792" y="0"/>
                </a:cubicBezTo>
                <a:cubicBezTo>
                  <a:pt x="9887392" y="-8379"/>
                  <a:pt x="10105220" y="-12663"/>
                  <a:pt x="10341864" y="0"/>
                </a:cubicBezTo>
                <a:cubicBezTo>
                  <a:pt x="10578508" y="12663"/>
                  <a:pt x="10773103" y="-5786"/>
                  <a:pt x="10972800" y="0"/>
                </a:cubicBezTo>
                <a:cubicBezTo>
                  <a:pt x="10972146" y="8818"/>
                  <a:pt x="10972240" y="13823"/>
                  <a:pt x="10972800" y="18288"/>
                </a:cubicBezTo>
                <a:cubicBezTo>
                  <a:pt x="10588778" y="31598"/>
                  <a:pt x="10543381" y="-12698"/>
                  <a:pt x="10177272" y="18288"/>
                </a:cubicBezTo>
                <a:cubicBezTo>
                  <a:pt x="9811163" y="49274"/>
                  <a:pt x="9996817" y="25662"/>
                  <a:pt x="9820656" y="18288"/>
                </a:cubicBezTo>
                <a:cubicBezTo>
                  <a:pt x="9644495" y="10914"/>
                  <a:pt x="9607007" y="31631"/>
                  <a:pt x="9464040" y="18288"/>
                </a:cubicBezTo>
                <a:cubicBezTo>
                  <a:pt x="9321073" y="4945"/>
                  <a:pt x="9114189" y="28940"/>
                  <a:pt x="8778240" y="18288"/>
                </a:cubicBezTo>
                <a:cubicBezTo>
                  <a:pt x="8442291" y="7636"/>
                  <a:pt x="8594763" y="987"/>
                  <a:pt x="8421624" y="18288"/>
                </a:cubicBezTo>
                <a:cubicBezTo>
                  <a:pt x="8248485" y="35589"/>
                  <a:pt x="7929515" y="37573"/>
                  <a:pt x="7735824" y="18288"/>
                </a:cubicBezTo>
                <a:cubicBezTo>
                  <a:pt x="7542133" y="-997"/>
                  <a:pt x="7252504" y="33858"/>
                  <a:pt x="6940296" y="18288"/>
                </a:cubicBezTo>
                <a:cubicBezTo>
                  <a:pt x="6628088" y="2718"/>
                  <a:pt x="6528503" y="48389"/>
                  <a:pt x="6254496" y="18288"/>
                </a:cubicBezTo>
                <a:cubicBezTo>
                  <a:pt x="5980489" y="-11813"/>
                  <a:pt x="5695784" y="-3740"/>
                  <a:pt x="5458968" y="18288"/>
                </a:cubicBezTo>
                <a:cubicBezTo>
                  <a:pt x="5222152" y="40316"/>
                  <a:pt x="5010751" y="19095"/>
                  <a:pt x="4663440" y="18288"/>
                </a:cubicBezTo>
                <a:cubicBezTo>
                  <a:pt x="4316129" y="17481"/>
                  <a:pt x="4425552" y="1606"/>
                  <a:pt x="4306824" y="18288"/>
                </a:cubicBezTo>
                <a:cubicBezTo>
                  <a:pt x="4188096" y="34970"/>
                  <a:pt x="3941535" y="7481"/>
                  <a:pt x="3840480" y="18288"/>
                </a:cubicBezTo>
                <a:cubicBezTo>
                  <a:pt x="3739425" y="29095"/>
                  <a:pt x="3402388" y="17641"/>
                  <a:pt x="3264408" y="18288"/>
                </a:cubicBezTo>
                <a:cubicBezTo>
                  <a:pt x="3126428" y="18935"/>
                  <a:pt x="2776779" y="9983"/>
                  <a:pt x="2578608" y="18288"/>
                </a:cubicBezTo>
                <a:cubicBezTo>
                  <a:pt x="2380437" y="26593"/>
                  <a:pt x="1909468" y="25818"/>
                  <a:pt x="1673352" y="18288"/>
                </a:cubicBezTo>
                <a:cubicBezTo>
                  <a:pt x="1437236" y="10758"/>
                  <a:pt x="1131180" y="49884"/>
                  <a:pt x="877824" y="18288"/>
                </a:cubicBezTo>
                <a:cubicBezTo>
                  <a:pt x="624468" y="-13308"/>
                  <a:pt x="206753" y="2195"/>
                  <a:pt x="0" y="18288"/>
                </a:cubicBezTo>
                <a:cubicBezTo>
                  <a:pt x="313" y="10654"/>
                  <a:pt x="-263" y="4056"/>
                  <a:pt x="0" y="0"/>
                </a:cubicBezTo>
                <a:close/>
              </a:path>
              <a:path extrusionOk="0" h="18288" w="10972800">
                <a:moveTo>
                  <a:pt x="0" y="0"/>
                </a:moveTo>
                <a:cubicBezTo>
                  <a:pt x="164017" y="-17675"/>
                  <a:pt x="309425" y="9913"/>
                  <a:pt x="466344" y="0"/>
                </a:cubicBezTo>
                <a:cubicBezTo>
                  <a:pt x="623263" y="-9913"/>
                  <a:pt x="659300" y="-14524"/>
                  <a:pt x="822960" y="0"/>
                </a:cubicBezTo>
                <a:cubicBezTo>
                  <a:pt x="986620" y="14524"/>
                  <a:pt x="1105222" y="-16481"/>
                  <a:pt x="1289304" y="0"/>
                </a:cubicBezTo>
                <a:cubicBezTo>
                  <a:pt x="1473386" y="16481"/>
                  <a:pt x="1693223" y="26161"/>
                  <a:pt x="1975104" y="0"/>
                </a:cubicBezTo>
                <a:cubicBezTo>
                  <a:pt x="2256985" y="-26161"/>
                  <a:pt x="2435781" y="23061"/>
                  <a:pt x="2770632" y="0"/>
                </a:cubicBezTo>
                <a:cubicBezTo>
                  <a:pt x="3105483" y="-23061"/>
                  <a:pt x="3247479" y="-44011"/>
                  <a:pt x="3675888" y="0"/>
                </a:cubicBezTo>
                <a:cubicBezTo>
                  <a:pt x="4104297" y="44011"/>
                  <a:pt x="4280918" y="4017"/>
                  <a:pt x="4581144" y="0"/>
                </a:cubicBezTo>
                <a:cubicBezTo>
                  <a:pt x="4881370" y="-4017"/>
                  <a:pt x="5021699" y="-11889"/>
                  <a:pt x="5157216" y="0"/>
                </a:cubicBezTo>
                <a:cubicBezTo>
                  <a:pt x="5292733" y="11889"/>
                  <a:pt x="5603398" y="-17698"/>
                  <a:pt x="5952744" y="0"/>
                </a:cubicBezTo>
                <a:cubicBezTo>
                  <a:pt x="6302090" y="17698"/>
                  <a:pt x="6353093" y="-11909"/>
                  <a:pt x="6638544" y="0"/>
                </a:cubicBezTo>
                <a:cubicBezTo>
                  <a:pt x="6923995" y="11909"/>
                  <a:pt x="7053404" y="21630"/>
                  <a:pt x="7214616" y="0"/>
                </a:cubicBezTo>
                <a:cubicBezTo>
                  <a:pt x="7375828" y="-21630"/>
                  <a:pt x="7837963" y="3886"/>
                  <a:pt x="8010144" y="0"/>
                </a:cubicBezTo>
                <a:cubicBezTo>
                  <a:pt x="8182325" y="-3886"/>
                  <a:pt x="8224183" y="16009"/>
                  <a:pt x="8366760" y="0"/>
                </a:cubicBezTo>
                <a:cubicBezTo>
                  <a:pt x="8509337" y="-16009"/>
                  <a:pt x="8687920" y="-5720"/>
                  <a:pt x="8942832" y="0"/>
                </a:cubicBezTo>
                <a:cubicBezTo>
                  <a:pt x="9197744" y="5720"/>
                  <a:pt x="9368437" y="20479"/>
                  <a:pt x="9628632" y="0"/>
                </a:cubicBezTo>
                <a:cubicBezTo>
                  <a:pt x="9888827" y="-20479"/>
                  <a:pt x="10560858" y="-20746"/>
                  <a:pt x="10972800" y="0"/>
                </a:cubicBezTo>
                <a:cubicBezTo>
                  <a:pt x="10972186" y="5722"/>
                  <a:pt x="10972980" y="12495"/>
                  <a:pt x="10972800" y="18288"/>
                </a:cubicBezTo>
                <a:cubicBezTo>
                  <a:pt x="10786146" y="12536"/>
                  <a:pt x="10623717" y="14033"/>
                  <a:pt x="10506456" y="18288"/>
                </a:cubicBezTo>
                <a:cubicBezTo>
                  <a:pt x="10389195" y="22543"/>
                  <a:pt x="10296178" y="20107"/>
                  <a:pt x="10149840" y="18288"/>
                </a:cubicBezTo>
                <a:cubicBezTo>
                  <a:pt x="10003502" y="16469"/>
                  <a:pt x="9767530" y="28891"/>
                  <a:pt x="9464040" y="18288"/>
                </a:cubicBezTo>
                <a:cubicBezTo>
                  <a:pt x="9160550" y="7685"/>
                  <a:pt x="9229050" y="2659"/>
                  <a:pt x="8997696" y="18288"/>
                </a:cubicBezTo>
                <a:cubicBezTo>
                  <a:pt x="8766342" y="33917"/>
                  <a:pt x="8340136" y="34864"/>
                  <a:pt x="8092440" y="18288"/>
                </a:cubicBezTo>
                <a:cubicBezTo>
                  <a:pt x="7844744" y="1712"/>
                  <a:pt x="7863720" y="27405"/>
                  <a:pt x="7735824" y="18288"/>
                </a:cubicBezTo>
                <a:cubicBezTo>
                  <a:pt x="7607928" y="9171"/>
                  <a:pt x="7323619" y="461"/>
                  <a:pt x="7050024" y="18288"/>
                </a:cubicBezTo>
                <a:cubicBezTo>
                  <a:pt x="6776429" y="36115"/>
                  <a:pt x="6787899" y="28206"/>
                  <a:pt x="6693408" y="18288"/>
                </a:cubicBezTo>
                <a:cubicBezTo>
                  <a:pt x="6598917" y="8370"/>
                  <a:pt x="6395231" y="19114"/>
                  <a:pt x="6227064" y="18288"/>
                </a:cubicBezTo>
                <a:cubicBezTo>
                  <a:pt x="6058897" y="17462"/>
                  <a:pt x="5618582" y="1091"/>
                  <a:pt x="5431536" y="18288"/>
                </a:cubicBezTo>
                <a:cubicBezTo>
                  <a:pt x="5244490" y="35485"/>
                  <a:pt x="4729797" y="-9650"/>
                  <a:pt x="4526280" y="18288"/>
                </a:cubicBezTo>
                <a:cubicBezTo>
                  <a:pt x="4322763" y="46226"/>
                  <a:pt x="4216797" y="756"/>
                  <a:pt x="4059936" y="18288"/>
                </a:cubicBezTo>
                <a:cubicBezTo>
                  <a:pt x="3903075" y="35820"/>
                  <a:pt x="3537912" y="42098"/>
                  <a:pt x="3374136" y="18288"/>
                </a:cubicBezTo>
                <a:cubicBezTo>
                  <a:pt x="3210360" y="-5522"/>
                  <a:pt x="3126842" y="39135"/>
                  <a:pt x="2907792" y="18288"/>
                </a:cubicBezTo>
                <a:cubicBezTo>
                  <a:pt x="2688742" y="-2559"/>
                  <a:pt x="2490436" y="34100"/>
                  <a:pt x="2112264" y="18288"/>
                </a:cubicBezTo>
                <a:cubicBezTo>
                  <a:pt x="1734092" y="2476"/>
                  <a:pt x="1744622" y="-7274"/>
                  <a:pt x="1536192" y="18288"/>
                </a:cubicBezTo>
                <a:cubicBezTo>
                  <a:pt x="1327762" y="43850"/>
                  <a:pt x="1189025" y="6435"/>
                  <a:pt x="1069848" y="18288"/>
                </a:cubicBezTo>
                <a:cubicBezTo>
                  <a:pt x="950671" y="30141"/>
                  <a:pt x="858345" y="33684"/>
                  <a:pt x="713232" y="18288"/>
                </a:cubicBezTo>
                <a:cubicBezTo>
                  <a:pt x="568119" y="2892"/>
                  <a:pt x="250292" y="5410"/>
                  <a:pt x="0" y="18288"/>
                </a:cubicBezTo>
                <a:cubicBezTo>
                  <a:pt x="465" y="13062"/>
                  <a:pt x="-894" y="9029"/>
                  <a:pt x="0" y="0"/>
                </a:cubicBezTo>
                <a:close/>
              </a:path>
            </a:pathLst>
          </a:custGeom>
          <a:solidFill>
            <a:schemeClr val="accent2">
              <a:alpha val="73725"/>
            </a:schemeClr>
          </a:solidFill>
          <a:ln cap="rnd" cmpd="sng" w="44450">
            <a:solidFill>
              <a:schemeClr val="accent2">
                <a:alpha val="73725"/>
              </a:schemeClr>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900"/>
              <a:buFont typeface="Arial"/>
              <a:buNone/>
            </a:pPr>
            <a:r>
              <a:t/>
            </a:r>
            <a:endParaRPr b="0" i="0" sz="1900" u="none" cap="none" strike="noStrike">
              <a:solidFill>
                <a:schemeClr val="lt1"/>
              </a:solidFill>
              <a:latin typeface="Arial"/>
              <a:ea typeface="Arial"/>
              <a:cs typeface="Arial"/>
              <a:sym typeface="Arial"/>
            </a:endParaRPr>
          </a:p>
        </p:txBody>
      </p:sp>
      <p:sp>
        <p:nvSpPr>
          <p:cNvPr id="226" name="Google Shape;226;g2d75afc7928_0_12"/>
          <p:cNvSpPr txBox="1"/>
          <p:nvPr>
            <p:ph idx="1" type="body"/>
          </p:nvPr>
        </p:nvSpPr>
        <p:spPr>
          <a:xfrm>
            <a:off x="572500" y="2071300"/>
            <a:ext cx="10922400" cy="4119300"/>
          </a:xfrm>
          <a:prstGeom prst="rect">
            <a:avLst/>
          </a:prstGeom>
          <a:noFill/>
          <a:ln>
            <a:noFill/>
          </a:ln>
        </p:spPr>
        <p:txBody>
          <a:bodyPr anchorCtr="0" anchor="t" bIns="45700" lIns="91425" spcFirstLastPara="1" rIns="91425" wrap="square" tIns="45700">
            <a:normAutofit/>
          </a:bodyPr>
          <a:lstStyle/>
          <a:p>
            <a:pPr indent="-361950" lvl="0" marL="457200" rtl="0" algn="l">
              <a:lnSpc>
                <a:spcPct val="115000"/>
              </a:lnSpc>
              <a:spcBef>
                <a:spcPts val="0"/>
              </a:spcBef>
              <a:spcAft>
                <a:spcPts val="0"/>
              </a:spcAft>
              <a:buSzPts val="2100"/>
              <a:buChar char="●"/>
            </a:pPr>
            <a:r>
              <a:rPr lang="en-US" sz="2100"/>
              <a:t>What to expect</a:t>
            </a:r>
            <a:endParaRPr sz="2100"/>
          </a:p>
          <a:p>
            <a:pPr indent="-342900" lvl="1" marL="914400" rtl="0" algn="l">
              <a:lnSpc>
                <a:spcPct val="115000"/>
              </a:lnSpc>
              <a:spcBef>
                <a:spcPts val="0"/>
              </a:spcBef>
              <a:spcAft>
                <a:spcPts val="0"/>
              </a:spcAft>
              <a:buSzPts val="1800"/>
              <a:buChar char="○"/>
            </a:pPr>
            <a:r>
              <a:rPr lang="en-US" sz="2100"/>
              <a:t>Python</a:t>
            </a:r>
            <a:endParaRPr sz="2100"/>
          </a:p>
          <a:p>
            <a:pPr indent="-361950" lvl="1" marL="914400" rtl="0" algn="l">
              <a:lnSpc>
                <a:spcPct val="115000"/>
              </a:lnSpc>
              <a:spcBef>
                <a:spcPts val="0"/>
              </a:spcBef>
              <a:spcAft>
                <a:spcPts val="0"/>
              </a:spcAft>
              <a:buSzPts val="2100"/>
              <a:buChar char="○"/>
            </a:pPr>
            <a:r>
              <a:rPr lang="en-US" sz="2100"/>
              <a:t>Different libraries</a:t>
            </a:r>
            <a:endParaRPr sz="2100"/>
          </a:p>
          <a:p>
            <a:pPr indent="-361950" lvl="2" marL="1371600" rtl="0" algn="l">
              <a:lnSpc>
                <a:spcPct val="115000"/>
              </a:lnSpc>
              <a:spcBef>
                <a:spcPts val="0"/>
              </a:spcBef>
              <a:spcAft>
                <a:spcPts val="0"/>
              </a:spcAft>
              <a:buSzPts val="2100"/>
              <a:buChar char="■"/>
            </a:pPr>
            <a:r>
              <a:rPr lang="en-US" sz="2100"/>
              <a:t>pandas, matplotlib, etc…</a:t>
            </a:r>
            <a:endParaRPr sz="2100"/>
          </a:p>
          <a:p>
            <a:pPr indent="-361950" lvl="1" marL="914400" rtl="0" algn="l">
              <a:lnSpc>
                <a:spcPct val="115000"/>
              </a:lnSpc>
              <a:spcBef>
                <a:spcPts val="0"/>
              </a:spcBef>
              <a:spcAft>
                <a:spcPts val="0"/>
              </a:spcAft>
              <a:buSzPts val="2100"/>
              <a:buChar char="○"/>
            </a:pPr>
            <a:r>
              <a:rPr lang="en-US" sz="2100"/>
              <a:t>Data Processing</a:t>
            </a:r>
            <a:endParaRPr sz="2100"/>
          </a:p>
          <a:p>
            <a:pPr indent="-361950" lvl="1" marL="914400" rtl="0" algn="l">
              <a:lnSpc>
                <a:spcPct val="115000"/>
              </a:lnSpc>
              <a:spcBef>
                <a:spcPts val="0"/>
              </a:spcBef>
              <a:spcAft>
                <a:spcPts val="0"/>
              </a:spcAft>
              <a:buSzPts val="2100"/>
              <a:buChar char="○"/>
            </a:pPr>
            <a:r>
              <a:rPr lang="en-US" sz="2100"/>
              <a:t>Data Modeling</a:t>
            </a:r>
            <a:endParaRPr sz="2100"/>
          </a:p>
        </p:txBody>
      </p:sp>
      <p:pic>
        <p:nvPicPr>
          <p:cNvPr id="227" name="Google Shape;227;g2d75afc7928_0_12"/>
          <p:cNvPicPr preferRelativeResize="0"/>
          <p:nvPr/>
        </p:nvPicPr>
        <p:blipFill rotWithShape="1">
          <a:blip r:embed="rId3">
            <a:alphaModFix/>
          </a:blip>
          <a:srcRect b="0" l="0" r="0" t="0"/>
          <a:stretch/>
        </p:blipFill>
        <p:spPr>
          <a:xfrm>
            <a:off x="10173375" y="0"/>
            <a:ext cx="2015925" cy="2015925"/>
          </a:xfrm>
          <a:prstGeom prst="rect">
            <a:avLst/>
          </a:prstGeom>
          <a:noFill/>
          <a:ln>
            <a:noFill/>
          </a:ln>
        </p:spPr>
      </p:pic>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31" name="Shape 231"/>
        <p:cNvGrpSpPr/>
        <p:nvPr/>
      </p:nvGrpSpPr>
      <p:grpSpPr>
        <a:xfrm>
          <a:off x="0" y="0"/>
          <a:ext cx="0" cy="0"/>
          <a:chOff x="0" y="0"/>
          <a:chExt cx="0" cy="0"/>
        </a:xfrm>
      </p:grpSpPr>
      <p:sp>
        <p:nvSpPr>
          <p:cNvPr id="232" name="Google Shape;232;g322ebcb38d1_0_0"/>
          <p:cNvSpPr/>
          <p:nvPr/>
        </p:nvSpPr>
        <p:spPr>
          <a:xfrm>
            <a:off x="0" y="0"/>
            <a:ext cx="12189300" cy="6858000"/>
          </a:xfrm>
          <a:prstGeom prst="rect">
            <a:avLst/>
          </a:prstGeom>
          <a:solidFill>
            <a:schemeClr val="lt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900"/>
              <a:buFont typeface="Arial"/>
              <a:buNone/>
            </a:pPr>
            <a:r>
              <a:t/>
            </a:r>
            <a:endParaRPr b="0" i="0" sz="1900" u="none" cap="none" strike="noStrike">
              <a:solidFill>
                <a:schemeClr val="lt1"/>
              </a:solidFill>
              <a:latin typeface="Arial"/>
              <a:ea typeface="Arial"/>
              <a:cs typeface="Arial"/>
              <a:sym typeface="Arial"/>
            </a:endParaRPr>
          </a:p>
        </p:txBody>
      </p:sp>
      <p:sp>
        <p:nvSpPr>
          <p:cNvPr id="233" name="Google Shape;233;g322ebcb38d1_0_0"/>
          <p:cNvSpPr txBox="1"/>
          <p:nvPr>
            <p:ph type="title"/>
          </p:nvPr>
        </p:nvSpPr>
        <p:spPr>
          <a:xfrm>
            <a:off x="572493" y="238539"/>
            <a:ext cx="11018400" cy="1434300"/>
          </a:xfrm>
          <a:prstGeom prst="rect">
            <a:avLst/>
          </a:prstGeom>
          <a:noFill/>
          <a:ln>
            <a:noFill/>
          </a:ln>
        </p:spPr>
        <p:txBody>
          <a:bodyPr anchorCtr="0" anchor="b" bIns="45700" lIns="91425" spcFirstLastPara="1" rIns="91425" wrap="square" tIns="45700">
            <a:normAutofit/>
          </a:bodyPr>
          <a:lstStyle/>
          <a:p>
            <a:pPr indent="0" lvl="0" marL="0" rtl="0" algn="l">
              <a:lnSpc>
                <a:spcPct val="90000"/>
              </a:lnSpc>
              <a:spcBef>
                <a:spcPts val="0"/>
              </a:spcBef>
              <a:spcAft>
                <a:spcPts val="0"/>
              </a:spcAft>
              <a:buClr>
                <a:schemeClr val="dk1"/>
              </a:buClr>
              <a:buSzPts val="5500"/>
              <a:buFont typeface="Play"/>
              <a:buNone/>
            </a:pPr>
            <a:r>
              <a:rPr lang="en-US">
                <a:latin typeface="Calibri"/>
                <a:ea typeface="Calibri"/>
                <a:cs typeface="Calibri"/>
                <a:sym typeface="Calibri"/>
              </a:rPr>
              <a:t>AI &amp; Data Science</a:t>
            </a:r>
            <a:endParaRPr/>
          </a:p>
        </p:txBody>
      </p:sp>
      <p:sp>
        <p:nvSpPr>
          <p:cNvPr id="234" name="Google Shape;234;g322ebcb38d1_0_0"/>
          <p:cNvSpPr/>
          <p:nvPr/>
        </p:nvSpPr>
        <p:spPr>
          <a:xfrm>
            <a:off x="572493" y="1681544"/>
            <a:ext cx="10972800" cy="18288"/>
          </a:xfrm>
          <a:custGeom>
            <a:rect b="b" l="l" r="r" t="t"/>
            <a:pathLst>
              <a:path extrusionOk="0" fill="none" h="18288" w="10972800">
                <a:moveTo>
                  <a:pt x="0" y="0"/>
                </a:moveTo>
                <a:cubicBezTo>
                  <a:pt x="165916" y="-1866"/>
                  <a:pt x="188720" y="13756"/>
                  <a:pt x="356616" y="0"/>
                </a:cubicBezTo>
                <a:cubicBezTo>
                  <a:pt x="524512" y="-13756"/>
                  <a:pt x="734781" y="8922"/>
                  <a:pt x="1042416" y="0"/>
                </a:cubicBezTo>
                <a:cubicBezTo>
                  <a:pt x="1350051" y="-8922"/>
                  <a:pt x="1595982" y="-26315"/>
                  <a:pt x="1947672" y="0"/>
                </a:cubicBezTo>
                <a:cubicBezTo>
                  <a:pt x="2299362" y="26315"/>
                  <a:pt x="2292691" y="-19526"/>
                  <a:pt x="2633472" y="0"/>
                </a:cubicBezTo>
                <a:cubicBezTo>
                  <a:pt x="2974253" y="19526"/>
                  <a:pt x="2857309" y="10773"/>
                  <a:pt x="2990088" y="0"/>
                </a:cubicBezTo>
                <a:cubicBezTo>
                  <a:pt x="3122867" y="-10773"/>
                  <a:pt x="3359343" y="7194"/>
                  <a:pt x="3456432" y="0"/>
                </a:cubicBezTo>
                <a:cubicBezTo>
                  <a:pt x="3553521" y="-7194"/>
                  <a:pt x="4136258" y="5108"/>
                  <a:pt x="4361688" y="0"/>
                </a:cubicBezTo>
                <a:cubicBezTo>
                  <a:pt x="4587118" y="-5108"/>
                  <a:pt x="4992424" y="-42958"/>
                  <a:pt x="5266944" y="0"/>
                </a:cubicBezTo>
                <a:cubicBezTo>
                  <a:pt x="5541464" y="42958"/>
                  <a:pt x="5882966" y="-3430"/>
                  <a:pt x="6172200" y="0"/>
                </a:cubicBezTo>
                <a:cubicBezTo>
                  <a:pt x="6461434" y="3430"/>
                  <a:pt x="6432127" y="6688"/>
                  <a:pt x="6528816" y="0"/>
                </a:cubicBezTo>
                <a:cubicBezTo>
                  <a:pt x="6625505" y="-6688"/>
                  <a:pt x="6916805" y="-436"/>
                  <a:pt x="7214616" y="0"/>
                </a:cubicBezTo>
                <a:cubicBezTo>
                  <a:pt x="7512427" y="436"/>
                  <a:pt x="7626159" y="-6909"/>
                  <a:pt x="7790688" y="0"/>
                </a:cubicBezTo>
                <a:cubicBezTo>
                  <a:pt x="7955217" y="6909"/>
                  <a:pt x="8048891" y="15307"/>
                  <a:pt x="8147304" y="0"/>
                </a:cubicBezTo>
                <a:cubicBezTo>
                  <a:pt x="8245717" y="-15307"/>
                  <a:pt x="8645618" y="-11734"/>
                  <a:pt x="9052560" y="0"/>
                </a:cubicBezTo>
                <a:cubicBezTo>
                  <a:pt x="9459502" y="11734"/>
                  <a:pt x="9320584" y="8388"/>
                  <a:pt x="9409176" y="0"/>
                </a:cubicBezTo>
                <a:cubicBezTo>
                  <a:pt x="9497768" y="-8388"/>
                  <a:pt x="9644192" y="8379"/>
                  <a:pt x="9765792" y="0"/>
                </a:cubicBezTo>
                <a:cubicBezTo>
                  <a:pt x="9887392" y="-8379"/>
                  <a:pt x="10105220" y="-12663"/>
                  <a:pt x="10341864" y="0"/>
                </a:cubicBezTo>
                <a:cubicBezTo>
                  <a:pt x="10578508" y="12663"/>
                  <a:pt x="10773103" y="-5786"/>
                  <a:pt x="10972800" y="0"/>
                </a:cubicBezTo>
                <a:cubicBezTo>
                  <a:pt x="10972146" y="8818"/>
                  <a:pt x="10972240" y="13823"/>
                  <a:pt x="10972800" y="18288"/>
                </a:cubicBezTo>
                <a:cubicBezTo>
                  <a:pt x="10588778" y="31598"/>
                  <a:pt x="10543381" y="-12698"/>
                  <a:pt x="10177272" y="18288"/>
                </a:cubicBezTo>
                <a:cubicBezTo>
                  <a:pt x="9811163" y="49274"/>
                  <a:pt x="9996817" y="25662"/>
                  <a:pt x="9820656" y="18288"/>
                </a:cubicBezTo>
                <a:cubicBezTo>
                  <a:pt x="9644495" y="10914"/>
                  <a:pt x="9607007" y="31631"/>
                  <a:pt x="9464040" y="18288"/>
                </a:cubicBezTo>
                <a:cubicBezTo>
                  <a:pt x="9321073" y="4945"/>
                  <a:pt x="9114189" y="28940"/>
                  <a:pt x="8778240" y="18288"/>
                </a:cubicBezTo>
                <a:cubicBezTo>
                  <a:pt x="8442291" y="7636"/>
                  <a:pt x="8594763" y="987"/>
                  <a:pt x="8421624" y="18288"/>
                </a:cubicBezTo>
                <a:cubicBezTo>
                  <a:pt x="8248485" y="35589"/>
                  <a:pt x="7929515" y="37573"/>
                  <a:pt x="7735824" y="18288"/>
                </a:cubicBezTo>
                <a:cubicBezTo>
                  <a:pt x="7542133" y="-997"/>
                  <a:pt x="7252504" y="33858"/>
                  <a:pt x="6940296" y="18288"/>
                </a:cubicBezTo>
                <a:cubicBezTo>
                  <a:pt x="6628088" y="2718"/>
                  <a:pt x="6528503" y="48389"/>
                  <a:pt x="6254496" y="18288"/>
                </a:cubicBezTo>
                <a:cubicBezTo>
                  <a:pt x="5980489" y="-11813"/>
                  <a:pt x="5695784" y="-3740"/>
                  <a:pt x="5458968" y="18288"/>
                </a:cubicBezTo>
                <a:cubicBezTo>
                  <a:pt x="5222152" y="40316"/>
                  <a:pt x="5010751" y="19095"/>
                  <a:pt x="4663440" y="18288"/>
                </a:cubicBezTo>
                <a:cubicBezTo>
                  <a:pt x="4316129" y="17481"/>
                  <a:pt x="4425552" y="1606"/>
                  <a:pt x="4306824" y="18288"/>
                </a:cubicBezTo>
                <a:cubicBezTo>
                  <a:pt x="4188096" y="34970"/>
                  <a:pt x="3941535" y="7481"/>
                  <a:pt x="3840480" y="18288"/>
                </a:cubicBezTo>
                <a:cubicBezTo>
                  <a:pt x="3739425" y="29095"/>
                  <a:pt x="3402388" y="17641"/>
                  <a:pt x="3264408" y="18288"/>
                </a:cubicBezTo>
                <a:cubicBezTo>
                  <a:pt x="3126428" y="18935"/>
                  <a:pt x="2776779" y="9983"/>
                  <a:pt x="2578608" y="18288"/>
                </a:cubicBezTo>
                <a:cubicBezTo>
                  <a:pt x="2380437" y="26593"/>
                  <a:pt x="1909468" y="25818"/>
                  <a:pt x="1673352" y="18288"/>
                </a:cubicBezTo>
                <a:cubicBezTo>
                  <a:pt x="1437236" y="10758"/>
                  <a:pt x="1131180" y="49884"/>
                  <a:pt x="877824" y="18288"/>
                </a:cubicBezTo>
                <a:cubicBezTo>
                  <a:pt x="624468" y="-13308"/>
                  <a:pt x="206753" y="2195"/>
                  <a:pt x="0" y="18288"/>
                </a:cubicBezTo>
                <a:cubicBezTo>
                  <a:pt x="313" y="10654"/>
                  <a:pt x="-263" y="4056"/>
                  <a:pt x="0" y="0"/>
                </a:cubicBezTo>
                <a:close/>
              </a:path>
              <a:path extrusionOk="0" h="18288" w="10972800">
                <a:moveTo>
                  <a:pt x="0" y="0"/>
                </a:moveTo>
                <a:cubicBezTo>
                  <a:pt x="164017" y="-17675"/>
                  <a:pt x="309425" y="9913"/>
                  <a:pt x="466344" y="0"/>
                </a:cubicBezTo>
                <a:cubicBezTo>
                  <a:pt x="623263" y="-9913"/>
                  <a:pt x="659300" y="-14524"/>
                  <a:pt x="822960" y="0"/>
                </a:cubicBezTo>
                <a:cubicBezTo>
                  <a:pt x="986620" y="14524"/>
                  <a:pt x="1105222" y="-16481"/>
                  <a:pt x="1289304" y="0"/>
                </a:cubicBezTo>
                <a:cubicBezTo>
                  <a:pt x="1473386" y="16481"/>
                  <a:pt x="1693223" y="26161"/>
                  <a:pt x="1975104" y="0"/>
                </a:cubicBezTo>
                <a:cubicBezTo>
                  <a:pt x="2256985" y="-26161"/>
                  <a:pt x="2435781" y="23061"/>
                  <a:pt x="2770632" y="0"/>
                </a:cubicBezTo>
                <a:cubicBezTo>
                  <a:pt x="3105483" y="-23061"/>
                  <a:pt x="3247479" y="-44011"/>
                  <a:pt x="3675888" y="0"/>
                </a:cubicBezTo>
                <a:cubicBezTo>
                  <a:pt x="4104297" y="44011"/>
                  <a:pt x="4280918" y="4017"/>
                  <a:pt x="4581144" y="0"/>
                </a:cubicBezTo>
                <a:cubicBezTo>
                  <a:pt x="4881370" y="-4017"/>
                  <a:pt x="5021699" y="-11889"/>
                  <a:pt x="5157216" y="0"/>
                </a:cubicBezTo>
                <a:cubicBezTo>
                  <a:pt x="5292733" y="11889"/>
                  <a:pt x="5603398" y="-17698"/>
                  <a:pt x="5952744" y="0"/>
                </a:cubicBezTo>
                <a:cubicBezTo>
                  <a:pt x="6302090" y="17698"/>
                  <a:pt x="6353093" y="-11909"/>
                  <a:pt x="6638544" y="0"/>
                </a:cubicBezTo>
                <a:cubicBezTo>
                  <a:pt x="6923995" y="11909"/>
                  <a:pt x="7053404" y="21630"/>
                  <a:pt x="7214616" y="0"/>
                </a:cubicBezTo>
                <a:cubicBezTo>
                  <a:pt x="7375828" y="-21630"/>
                  <a:pt x="7837963" y="3886"/>
                  <a:pt x="8010144" y="0"/>
                </a:cubicBezTo>
                <a:cubicBezTo>
                  <a:pt x="8182325" y="-3886"/>
                  <a:pt x="8224183" y="16009"/>
                  <a:pt x="8366760" y="0"/>
                </a:cubicBezTo>
                <a:cubicBezTo>
                  <a:pt x="8509337" y="-16009"/>
                  <a:pt x="8687920" y="-5720"/>
                  <a:pt x="8942832" y="0"/>
                </a:cubicBezTo>
                <a:cubicBezTo>
                  <a:pt x="9197744" y="5720"/>
                  <a:pt x="9368437" y="20479"/>
                  <a:pt x="9628632" y="0"/>
                </a:cubicBezTo>
                <a:cubicBezTo>
                  <a:pt x="9888827" y="-20479"/>
                  <a:pt x="10560858" y="-20746"/>
                  <a:pt x="10972800" y="0"/>
                </a:cubicBezTo>
                <a:cubicBezTo>
                  <a:pt x="10972186" y="5722"/>
                  <a:pt x="10972980" y="12495"/>
                  <a:pt x="10972800" y="18288"/>
                </a:cubicBezTo>
                <a:cubicBezTo>
                  <a:pt x="10786146" y="12536"/>
                  <a:pt x="10623717" y="14033"/>
                  <a:pt x="10506456" y="18288"/>
                </a:cubicBezTo>
                <a:cubicBezTo>
                  <a:pt x="10389195" y="22543"/>
                  <a:pt x="10296178" y="20107"/>
                  <a:pt x="10149840" y="18288"/>
                </a:cubicBezTo>
                <a:cubicBezTo>
                  <a:pt x="10003502" y="16469"/>
                  <a:pt x="9767530" y="28891"/>
                  <a:pt x="9464040" y="18288"/>
                </a:cubicBezTo>
                <a:cubicBezTo>
                  <a:pt x="9160550" y="7685"/>
                  <a:pt x="9229050" y="2659"/>
                  <a:pt x="8997696" y="18288"/>
                </a:cubicBezTo>
                <a:cubicBezTo>
                  <a:pt x="8766342" y="33917"/>
                  <a:pt x="8340136" y="34864"/>
                  <a:pt x="8092440" y="18288"/>
                </a:cubicBezTo>
                <a:cubicBezTo>
                  <a:pt x="7844744" y="1712"/>
                  <a:pt x="7863720" y="27405"/>
                  <a:pt x="7735824" y="18288"/>
                </a:cubicBezTo>
                <a:cubicBezTo>
                  <a:pt x="7607928" y="9171"/>
                  <a:pt x="7323619" y="461"/>
                  <a:pt x="7050024" y="18288"/>
                </a:cubicBezTo>
                <a:cubicBezTo>
                  <a:pt x="6776429" y="36115"/>
                  <a:pt x="6787899" y="28206"/>
                  <a:pt x="6693408" y="18288"/>
                </a:cubicBezTo>
                <a:cubicBezTo>
                  <a:pt x="6598917" y="8370"/>
                  <a:pt x="6395231" y="19114"/>
                  <a:pt x="6227064" y="18288"/>
                </a:cubicBezTo>
                <a:cubicBezTo>
                  <a:pt x="6058897" y="17462"/>
                  <a:pt x="5618582" y="1091"/>
                  <a:pt x="5431536" y="18288"/>
                </a:cubicBezTo>
                <a:cubicBezTo>
                  <a:pt x="5244490" y="35485"/>
                  <a:pt x="4729797" y="-9650"/>
                  <a:pt x="4526280" y="18288"/>
                </a:cubicBezTo>
                <a:cubicBezTo>
                  <a:pt x="4322763" y="46226"/>
                  <a:pt x="4216797" y="756"/>
                  <a:pt x="4059936" y="18288"/>
                </a:cubicBezTo>
                <a:cubicBezTo>
                  <a:pt x="3903075" y="35820"/>
                  <a:pt x="3537912" y="42098"/>
                  <a:pt x="3374136" y="18288"/>
                </a:cubicBezTo>
                <a:cubicBezTo>
                  <a:pt x="3210360" y="-5522"/>
                  <a:pt x="3126842" y="39135"/>
                  <a:pt x="2907792" y="18288"/>
                </a:cubicBezTo>
                <a:cubicBezTo>
                  <a:pt x="2688742" y="-2559"/>
                  <a:pt x="2490436" y="34100"/>
                  <a:pt x="2112264" y="18288"/>
                </a:cubicBezTo>
                <a:cubicBezTo>
                  <a:pt x="1734092" y="2476"/>
                  <a:pt x="1744622" y="-7274"/>
                  <a:pt x="1536192" y="18288"/>
                </a:cubicBezTo>
                <a:cubicBezTo>
                  <a:pt x="1327762" y="43850"/>
                  <a:pt x="1189025" y="6435"/>
                  <a:pt x="1069848" y="18288"/>
                </a:cubicBezTo>
                <a:cubicBezTo>
                  <a:pt x="950671" y="30141"/>
                  <a:pt x="858345" y="33684"/>
                  <a:pt x="713232" y="18288"/>
                </a:cubicBezTo>
                <a:cubicBezTo>
                  <a:pt x="568119" y="2892"/>
                  <a:pt x="250292" y="5410"/>
                  <a:pt x="0" y="18288"/>
                </a:cubicBezTo>
                <a:cubicBezTo>
                  <a:pt x="465" y="13062"/>
                  <a:pt x="-894" y="9029"/>
                  <a:pt x="0" y="0"/>
                </a:cubicBezTo>
                <a:close/>
              </a:path>
            </a:pathLst>
          </a:custGeom>
          <a:solidFill>
            <a:schemeClr val="accent2">
              <a:alpha val="74117"/>
            </a:schemeClr>
          </a:solidFill>
          <a:ln cap="rnd" cmpd="sng" w="44450">
            <a:solidFill>
              <a:schemeClr val="accent2">
                <a:alpha val="74117"/>
              </a:schemeClr>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900"/>
              <a:buFont typeface="Arial"/>
              <a:buNone/>
            </a:pPr>
            <a:r>
              <a:t/>
            </a:r>
            <a:endParaRPr b="0" i="0" sz="1900" u="none" cap="none" strike="noStrike">
              <a:solidFill>
                <a:schemeClr val="lt1"/>
              </a:solidFill>
              <a:latin typeface="Arial"/>
              <a:ea typeface="Arial"/>
              <a:cs typeface="Arial"/>
              <a:sym typeface="Arial"/>
            </a:endParaRPr>
          </a:p>
        </p:txBody>
      </p:sp>
      <p:sp>
        <p:nvSpPr>
          <p:cNvPr id="235" name="Google Shape;235;g322ebcb38d1_0_0"/>
          <p:cNvSpPr txBox="1"/>
          <p:nvPr>
            <p:ph idx="1" type="body"/>
          </p:nvPr>
        </p:nvSpPr>
        <p:spPr>
          <a:xfrm>
            <a:off x="572500" y="2071300"/>
            <a:ext cx="10922400" cy="4119300"/>
          </a:xfrm>
          <a:prstGeom prst="rect">
            <a:avLst/>
          </a:prstGeom>
          <a:noFill/>
          <a:ln>
            <a:noFill/>
          </a:ln>
        </p:spPr>
        <p:txBody>
          <a:bodyPr anchorCtr="0" anchor="t" bIns="45700" lIns="91425" spcFirstLastPara="1" rIns="91425" wrap="square" tIns="45700">
            <a:normAutofit lnSpcReduction="10000"/>
          </a:bodyPr>
          <a:lstStyle/>
          <a:p>
            <a:pPr indent="-361950" lvl="0" marL="457200" rtl="0" algn="l">
              <a:lnSpc>
                <a:spcPct val="115000"/>
              </a:lnSpc>
              <a:spcBef>
                <a:spcPts val="0"/>
              </a:spcBef>
              <a:spcAft>
                <a:spcPts val="0"/>
              </a:spcAft>
              <a:buSzPts val="2100"/>
              <a:buChar char="●"/>
            </a:pPr>
            <a:r>
              <a:rPr lang="en-US" sz="2100"/>
              <a:t>Topics:</a:t>
            </a:r>
            <a:endParaRPr sz="2100"/>
          </a:p>
          <a:p>
            <a:pPr indent="-361950" lvl="1" marL="914400" rtl="0" algn="l">
              <a:lnSpc>
                <a:spcPct val="115000"/>
              </a:lnSpc>
              <a:spcBef>
                <a:spcPts val="0"/>
              </a:spcBef>
              <a:spcAft>
                <a:spcPts val="0"/>
              </a:spcAft>
              <a:buSzPts val="2100"/>
              <a:buChar char="○"/>
            </a:pPr>
            <a:r>
              <a:rPr lang="en-US" sz="2100"/>
              <a:t>Data Collection</a:t>
            </a:r>
            <a:endParaRPr sz="2100"/>
          </a:p>
          <a:p>
            <a:pPr indent="-361950" lvl="1" marL="914400" rtl="0" algn="l">
              <a:lnSpc>
                <a:spcPct val="115000"/>
              </a:lnSpc>
              <a:spcBef>
                <a:spcPts val="0"/>
              </a:spcBef>
              <a:spcAft>
                <a:spcPts val="0"/>
              </a:spcAft>
              <a:buSzPts val="2100"/>
              <a:buChar char="○"/>
            </a:pPr>
            <a:r>
              <a:rPr lang="en-US" sz="2100"/>
              <a:t>Data Handling</a:t>
            </a:r>
            <a:endParaRPr sz="2100"/>
          </a:p>
          <a:p>
            <a:pPr indent="-361950" lvl="1" marL="914400" rtl="0" algn="l">
              <a:lnSpc>
                <a:spcPct val="115000"/>
              </a:lnSpc>
              <a:spcBef>
                <a:spcPts val="0"/>
              </a:spcBef>
              <a:spcAft>
                <a:spcPts val="0"/>
              </a:spcAft>
              <a:buSzPts val="2100"/>
              <a:buChar char="○"/>
            </a:pPr>
            <a:r>
              <a:rPr lang="en-US" sz="2100"/>
              <a:t>Exploratory Data Analysis</a:t>
            </a:r>
            <a:endParaRPr sz="2100"/>
          </a:p>
          <a:p>
            <a:pPr indent="-361950" lvl="1" marL="914400" rtl="0" algn="l">
              <a:lnSpc>
                <a:spcPct val="115000"/>
              </a:lnSpc>
              <a:spcBef>
                <a:spcPts val="0"/>
              </a:spcBef>
              <a:spcAft>
                <a:spcPts val="0"/>
              </a:spcAft>
              <a:buSzPts val="2100"/>
              <a:buChar char="○"/>
            </a:pPr>
            <a:r>
              <a:rPr lang="en-US" sz="2100"/>
              <a:t>Modeling</a:t>
            </a:r>
            <a:endParaRPr sz="2100"/>
          </a:p>
          <a:p>
            <a:pPr indent="-361950" lvl="1" marL="914400" rtl="0" algn="l">
              <a:lnSpc>
                <a:spcPct val="115000"/>
              </a:lnSpc>
              <a:spcBef>
                <a:spcPts val="0"/>
              </a:spcBef>
              <a:spcAft>
                <a:spcPts val="0"/>
              </a:spcAft>
              <a:buSzPts val="2100"/>
              <a:buChar char="○"/>
            </a:pPr>
            <a:r>
              <a:rPr lang="en-US" sz="2100"/>
              <a:t>Classification models</a:t>
            </a:r>
            <a:endParaRPr sz="2100"/>
          </a:p>
          <a:p>
            <a:pPr indent="-361950" lvl="1" marL="914400" rtl="0" algn="l">
              <a:lnSpc>
                <a:spcPct val="115000"/>
              </a:lnSpc>
              <a:spcBef>
                <a:spcPts val="0"/>
              </a:spcBef>
              <a:spcAft>
                <a:spcPts val="0"/>
              </a:spcAft>
              <a:buSzPts val="2100"/>
              <a:buChar char="○"/>
            </a:pPr>
            <a:r>
              <a:rPr lang="en-US" sz="2100"/>
              <a:t>Regression models</a:t>
            </a:r>
            <a:endParaRPr sz="2100"/>
          </a:p>
          <a:p>
            <a:pPr indent="-361950" lvl="1" marL="914400" rtl="0" algn="l">
              <a:lnSpc>
                <a:spcPct val="115000"/>
              </a:lnSpc>
              <a:spcBef>
                <a:spcPts val="0"/>
              </a:spcBef>
              <a:spcAft>
                <a:spcPts val="0"/>
              </a:spcAft>
              <a:buSzPts val="2100"/>
              <a:buChar char="○"/>
            </a:pPr>
            <a:r>
              <a:rPr lang="en-US" sz="2100"/>
              <a:t>Clustering Techniques</a:t>
            </a:r>
            <a:endParaRPr sz="2100"/>
          </a:p>
          <a:p>
            <a:pPr indent="-361950" lvl="1" marL="914400" rtl="0" algn="l">
              <a:lnSpc>
                <a:spcPct val="115000"/>
              </a:lnSpc>
              <a:spcBef>
                <a:spcPts val="0"/>
              </a:spcBef>
              <a:spcAft>
                <a:spcPts val="0"/>
              </a:spcAft>
              <a:buSzPts val="2100"/>
              <a:buChar char="○"/>
            </a:pPr>
            <a:r>
              <a:rPr lang="en-US" sz="2400"/>
              <a:t>Association Techniques</a:t>
            </a:r>
            <a:endParaRPr sz="2400"/>
          </a:p>
          <a:p>
            <a:pPr indent="-342900" lvl="1" marL="914400" rtl="0" algn="l">
              <a:lnSpc>
                <a:spcPct val="115000"/>
              </a:lnSpc>
              <a:spcBef>
                <a:spcPts val="0"/>
              </a:spcBef>
              <a:spcAft>
                <a:spcPts val="0"/>
              </a:spcAft>
              <a:buSzPts val="1800"/>
              <a:buChar char="○"/>
            </a:pPr>
            <a:r>
              <a:rPr lang="en-US" sz="2400"/>
              <a:t>Outlier Detection Techniques</a:t>
            </a:r>
            <a:endParaRPr sz="2400"/>
          </a:p>
          <a:p>
            <a:pPr indent="-342900" lvl="1" marL="914400" rtl="0" algn="l">
              <a:lnSpc>
                <a:spcPct val="115000"/>
              </a:lnSpc>
              <a:spcBef>
                <a:spcPts val="0"/>
              </a:spcBef>
              <a:spcAft>
                <a:spcPts val="0"/>
              </a:spcAft>
              <a:buSzPts val="1800"/>
              <a:buChar char="○"/>
            </a:pPr>
            <a:r>
              <a:rPr lang="en-US" sz="2400"/>
              <a:t>Deep Learning</a:t>
            </a:r>
            <a:endParaRPr sz="2100"/>
          </a:p>
        </p:txBody>
      </p:sp>
      <p:pic>
        <p:nvPicPr>
          <p:cNvPr id="236" name="Google Shape;236;g322ebcb38d1_0_0"/>
          <p:cNvPicPr preferRelativeResize="0"/>
          <p:nvPr/>
        </p:nvPicPr>
        <p:blipFill rotWithShape="1">
          <a:blip r:embed="rId3">
            <a:alphaModFix/>
          </a:blip>
          <a:srcRect b="0" l="0" r="0" t="0"/>
          <a:stretch/>
        </p:blipFill>
        <p:spPr>
          <a:xfrm>
            <a:off x="10173375" y="0"/>
            <a:ext cx="2015925" cy="2015925"/>
          </a:xfrm>
          <a:prstGeom prst="rect">
            <a:avLst/>
          </a:prstGeom>
          <a:noFill/>
          <a:ln>
            <a:noFill/>
          </a:ln>
        </p:spPr>
      </p:pic>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41" name="Shape 241"/>
        <p:cNvGrpSpPr/>
        <p:nvPr/>
      </p:nvGrpSpPr>
      <p:grpSpPr>
        <a:xfrm>
          <a:off x="0" y="0"/>
          <a:ext cx="0" cy="0"/>
          <a:chOff x="0" y="0"/>
          <a:chExt cx="0" cy="0"/>
        </a:xfrm>
      </p:grpSpPr>
      <p:sp>
        <p:nvSpPr>
          <p:cNvPr id="242" name="Google Shape;242;g322ebcb38d1_0_8"/>
          <p:cNvSpPr/>
          <p:nvPr/>
        </p:nvSpPr>
        <p:spPr>
          <a:xfrm>
            <a:off x="1505" y="0"/>
            <a:ext cx="12189000" cy="6858000"/>
          </a:xfrm>
          <a:prstGeom prst="rect">
            <a:avLst/>
          </a:prstGeom>
          <a:solidFill>
            <a:schemeClr val="lt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Arial"/>
              <a:ea typeface="Arial"/>
              <a:cs typeface="Arial"/>
              <a:sym typeface="Arial"/>
            </a:endParaRPr>
          </a:p>
        </p:txBody>
      </p:sp>
      <p:sp>
        <p:nvSpPr>
          <p:cNvPr id="243" name="Google Shape;243;g322ebcb38d1_0_8"/>
          <p:cNvSpPr txBox="1"/>
          <p:nvPr>
            <p:ph type="title"/>
          </p:nvPr>
        </p:nvSpPr>
        <p:spPr>
          <a:xfrm>
            <a:off x="838200" y="365125"/>
            <a:ext cx="10515600" cy="1325700"/>
          </a:xfrm>
          <a:prstGeom prst="rect">
            <a:avLst/>
          </a:prstGeom>
          <a:noFill/>
          <a:ln>
            <a:noFill/>
          </a:ln>
        </p:spPr>
        <p:txBody>
          <a:bodyPr anchorCtr="0" anchor="ctr" bIns="45700" lIns="91425" spcFirstLastPara="1" rIns="91425" wrap="square" tIns="45700">
            <a:normAutofit/>
          </a:bodyPr>
          <a:lstStyle/>
          <a:p>
            <a:pPr indent="0" lvl="0" marL="0" rtl="0" algn="l">
              <a:lnSpc>
                <a:spcPct val="90000"/>
              </a:lnSpc>
              <a:spcBef>
                <a:spcPts val="0"/>
              </a:spcBef>
              <a:spcAft>
                <a:spcPts val="0"/>
              </a:spcAft>
              <a:buClr>
                <a:schemeClr val="dk1"/>
              </a:buClr>
              <a:buSzPts val="5400"/>
              <a:buFont typeface="Play"/>
              <a:buNone/>
            </a:pPr>
            <a:r>
              <a:rPr lang="en-US" sz="5400"/>
              <a:t>Environment</a:t>
            </a:r>
            <a:endParaRPr/>
          </a:p>
        </p:txBody>
      </p:sp>
      <p:sp>
        <p:nvSpPr>
          <p:cNvPr id="244" name="Google Shape;244;g322ebcb38d1_0_8"/>
          <p:cNvSpPr/>
          <p:nvPr/>
        </p:nvSpPr>
        <p:spPr>
          <a:xfrm>
            <a:off x="669036" y="1677373"/>
            <a:ext cx="10853928" cy="18288"/>
          </a:xfrm>
          <a:custGeom>
            <a:rect b="b" l="l" r="r" t="t"/>
            <a:pathLst>
              <a:path extrusionOk="0" fill="none" h="18288" w="10853928">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extrusionOk="0" h="18288" w="10853928">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cap="rnd" cmpd="sng" w="41275">
            <a:solidFill>
              <a:schemeClr val="accent2"/>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Arial"/>
              <a:ea typeface="Arial"/>
              <a:cs typeface="Arial"/>
              <a:sym typeface="Arial"/>
            </a:endParaRPr>
          </a:p>
        </p:txBody>
      </p:sp>
      <p:sp>
        <p:nvSpPr>
          <p:cNvPr id="245" name="Google Shape;245;g322ebcb38d1_0_8"/>
          <p:cNvSpPr txBox="1"/>
          <p:nvPr>
            <p:ph idx="1" type="body"/>
          </p:nvPr>
        </p:nvSpPr>
        <p:spPr>
          <a:xfrm>
            <a:off x="838200" y="1929375"/>
            <a:ext cx="4952100" cy="4251900"/>
          </a:xfrm>
          <a:prstGeom prst="rect">
            <a:avLst/>
          </a:prstGeom>
          <a:noFill/>
          <a:ln>
            <a:noFill/>
          </a:ln>
        </p:spPr>
        <p:txBody>
          <a:bodyPr anchorCtr="0" anchor="t" bIns="45700" lIns="91425" spcFirstLastPara="1" rIns="91425" wrap="square" tIns="45700">
            <a:normAutofit fontScale="85000" lnSpcReduction="20000"/>
          </a:bodyPr>
          <a:lstStyle/>
          <a:p>
            <a:pPr indent="0" lvl="0" marL="0" rtl="0" algn="l">
              <a:lnSpc>
                <a:spcPct val="150000"/>
              </a:lnSpc>
              <a:spcBef>
                <a:spcPts val="1000"/>
              </a:spcBef>
              <a:spcAft>
                <a:spcPts val="0"/>
              </a:spcAft>
              <a:buSzPct val="75630"/>
              <a:buNone/>
            </a:pPr>
            <a:r>
              <a:rPr lang="en-US"/>
              <a:t>Python Version:</a:t>
            </a:r>
            <a:endParaRPr/>
          </a:p>
          <a:p>
            <a:pPr indent="-325755" lvl="0" marL="457200" rtl="0" algn="l">
              <a:lnSpc>
                <a:spcPct val="150000"/>
              </a:lnSpc>
              <a:spcBef>
                <a:spcPts val="1000"/>
              </a:spcBef>
              <a:spcAft>
                <a:spcPts val="0"/>
              </a:spcAft>
              <a:buSzPct val="64285"/>
              <a:buChar char="●"/>
            </a:pPr>
            <a:r>
              <a:rPr lang="en-US"/>
              <a:t>Python 3.10.11</a:t>
            </a:r>
            <a:endParaRPr/>
          </a:p>
          <a:p>
            <a:pPr indent="0" lvl="0" marL="0" rtl="0" algn="l">
              <a:lnSpc>
                <a:spcPct val="150000"/>
              </a:lnSpc>
              <a:spcBef>
                <a:spcPts val="1000"/>
              </a:spcBef>
              <a:spcAft>
                <a:spcPts val="0"/>
              </a:spcAft>
              <a:buSzPct val="75630"/>
              <a:buNone/>
            </a:pPr>
            <a:r>
              <a:rPr lang="en-US"/>
              <a:t>Libraries:</a:t>
            </a:r>
            <a:endParaRPr/>
          </a:p>
          <a:p>
            <a:pPr indent="-325755" lvl="0" marL="457200" rtl="0" algn="l">
              <a:lnSpc>
                <a:spcPct val="150000"/>
              </a:lnSpc>
              <a:spcBef>
                <a:spcPts val="1000"/>
              </a:spcBef>
              <a:spcAft>
                <a:spcPts val="0"/>
              </a:spcAft>
              <a:buSzPct val="64285"/>
              <a:buChar char="●"/>
            </a:pPr>
            <a:r>
              <a:rPr lang="en-US"/>
              <a:t>numpy: 1.26.4</a:t>
            </a:r>
            <a:endParaRPr/>
          </a:p>
          <a:p>
            <a:pPr indent="-325755" lvl="0" marL="457200" rtl="0" algn="l">
              <a:lnSpc>
                <a:spcPct val="150000"/>
              </a:lnSpc>
              <a:spcBef>
                <a:spcPts val="0"/>
              </a:spcBef>
              <a:spcAft>
                <a:spcPts val="0"/>
              </a:spcAft>
              <a:buSzPct val="64285"/>
              <a:buChar char="●"/>
            </a:pPr>
            <a:r>
              <a:rPr lang="en-US"/>
              <a:t>scikit learn: 1.6.0</a:t>
            </a:r>
            <a:endParaRPr/>
          </a:p>
          <a:p>
            <a:pPr indent="-325755" lvl="0" marL="457200" rtl="0" algn="l">
              <a:lnSpc>
                <a:spcPct val="150000"/>
              </a:lnSpc>
              <a:spcBef>
                <a:spcPts val="0"/>
              </a:spcBef>
              <a:spcAft>
                <a:spcPts val="0"/>
              </a:spcAft>
              <a:buSzPct val="64285"/>
              <a:buChar char="●"/>
            </a:pPr>
            <a:r>
              <a:rPr lang="en-US"/>
              <a:t>matplotlib: 3.8.0</a:t>
            </a:r>
            <a:endParaRPr/>
          </a:p>
          <a:p>
            <a:pPr indent="-325755" lvl="0" marL="457200" rtl="0" algn="l">
              <a:lnSpc>
                <a:spcPct val="150000"/>
              </a:lnSpc>
              <a:spcBef>
                <a:spcPts val="0"/>
              </a:spcBef>
              <a:spcAft>
                <a:spcPts val="0"/>
              </a:spcAft>
              <a:buSzPct val="64285"/>
              <a:buChar char="●"/>
            </a:pPr>
            <a:r>
              <a:rPr lang="en-US"/>
              <a:t>pandas: 2.2.2</a:t>
            </a:r>
            <a:endParaRPr/>
          </a:p>
          <a:p>
            <a:pPr indent="-325755" lvl="0" marL="457200" rtl="0" algn="l">
              <a:lnSpc>
                <a:spcPct val="150000"/>
              </a:lnSpc>
              <a:spcBef>
                <a:spcPts val="0"/>
              </a:spcBef>
              <a:spcAft>
                <a:spcPts val="0"/>
              </a:spcAft>
              <a:buSzPct val="64285"/>
              <a:buChar char="●"/>
            </a:pPr>
            <a:r>
              <a:rPr lang="en-US"/>
              <a:t>seaborn: 0.13.2</a:t>
            </a:r>
            <a:endParaRPr/>
          </a:p>
        </p:txBody>
      </p:sp>
      <p:pic>
        <p:nvPicPr>
          <p:cNvPr id="246" name="Google Shape;246;g322ebcb38d1_0_8"/>
          <p:cNvPicPr preferRelativeResize="0"/>
          <p:nvPr/>
        </p:nvPicPr>
        <p:blipFill rotWithShape="1">
          <a:blip r:embed="rId3">
            <a:alphaModFix/>
          </a:blip>
          <a:srcRect b="0" l="0" r="0" t="0"/>
          <a:stretch/>
        </p:blipFill>
        <p:spPr>
          <a:xfrm>
            <a:off x="10176075" y="-237200"/>
            <a:ext cx="2015925" cy="2015925"/>
          </a:xfrm>
          <a:prstGeom prst="rect">
            <a:avLst/>
          </a:prstGeom>
          <a:noFill/>
          <a:ln>
            <a:noFill/>
          </a:ln>
        </p:spPr>
      </p:pic>
      <p:sp>
        <p:nvSpPr>
          <p:cNvPr id="247" name="Google Shape;247;g322ebcb38d1_0_8"/>
          <p:cNvSpPr txBox="1"/>
          <p:nvPr/>
        </p:nvSpPr>
        <p:spPr>
          <a:xfrm>
            <a:off x="5790300" y="1929375"/>
            <a:ext cx="4675200" cy="3208500"/>
          </a:xfrm>
          <a:prstGeom prst="rect">
            <a:avLst/>
          </a:prstGeom>
          <a:noFill/>
          <a:ln>
            <a:noFill/>
          </a:ln>
        </p:spPr>
        <p:txBody>
          <a:bodyPr anchorCtr="0" anchor="t" bIns="91425" lIns="91425" spcFirstLastPara="1" rIns="91425" wrap="square" tIns="91425">
            <a:noAutofit/>
          </a:bodyPr>
          <a:lstStyle/>
          <a:p>
            <a:pPr indent="-377825" lvl="0" marL="457200" marR="0" rtl="0" algn="l">
              <a:lnSpc>
                <a:spcPct val="150000"/>
              </a:lnSpc>
              <a:spcBef>
                <a:spcPts val="1000"/>
              </a:spcBef>
              <a:spcAft>
                <a:spcPts val="0"/>
              </a:spcAft>
              <a:buClr>
                <a:schemeClr val="dk1"/>
              </a:buClr>
              <a:buSzPts val="2350"/>
              <a:buFont typeface="Arial"/>
              <a:buChar char="●"/>
            </a:pPr>
            <a:r>
              <a:rPr b="0" i="0" lang="en-US" sz="2350" u="none" cap="none" strike="noStrike">
                <a:solidFill>
                  <a:schemeClr val="dk1"/>
                </a:solidFill>
                <a:latin typeface="Arial"/>
                <a:ea typeface="Arial"/>
                <a:cs typeface="Arial"/>
                <a:sym typeface="Arial"/>
              </a:rPr>
              <a:t>torch: </a:t>
            </a:r>
            <a:r>
              <a:rPr lang="en-US" sz="2350">
                <a:solidFill>
                  <a:schemeClr val="dk1"/>
                </a:solidFill>
              </a:rPr>
              <a:t>2.3.1 + cu121</a:t>
            </a:r>
            <a:endParaRPr b="0" i="0" sz="2350" u="none" cap="none" strike="noStrike">
              <a:solidFill>
                <a:schemeClr val="dk1"/>
              </a:solidFill>
              <a:latin typeface="Arial"/>
              <a:ea typeface="Arial"/>
              <a:cs typeface="Arial"/>
              <a:sym typeface="Arial"/>
            </a:endParaRPr>
          </a:p>
          <a:p>
            <a:pPr indent="-377825" lvl="0" marL="457200" marR="0" rtl="0" algn="l">
              <a:lnSpc>
                <a:spcPct val="150000"/>
              </a:lnSpc>
              <a:spcBef>
                <a:spcPts val="0"/>
              </a:spcBef>
              <a:spcAft>
                <a:spcPts val="0"/>
              </a:spcAft>
              <a:buClr>
                <a:schemeClr val="dk1"/>
              </a:buClr>
              <a:buSzPts val="2350"/>
              <a:buFont typeface="Arial"/>
              <a:buChar char="●"/>
            </a:pPr>
            <a:r>
              <a:rPr b="0" i="0" lang="en-US" sz="2350" u="none" cap="none" strike="noStrike">
                <a:solidFill>
                  <a:schemeClr val="dk1"/>
                </a:solidFill>
                <a:latin typeface="Arial"/>
                <a:ea typeface="Arial"/>
                <a:cs typeface="Arial"/>
                <a:sym typeface="Arial"/>
              </a:rPr>
              <a:t>keras: 3.5.0</a:t>
            </a:r>
            <a:endParaRPr b="0" i="0" sz="2350" u="none" cap="none" strike="noStrike">
              <a:solidFill>
                <a:schemeClr val="dk1"/>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2800"/>
              <a:buFont typeface="Arial"/>
              <a:buNone/>
            </a:pPr>
            <a:r>
              <a:t/>
            </a:r>
            <a:endParaRPr b="0" i="0" sz="2800" u="none" cap="none" strike="noStrike">
              <a:solidFill>
                <a:schemeClr val="dk1"/>
              </a:solidFill>
              <a:latin typeface="Arial"/>
              <a:ea typeface="Arial"/>
              <a:cs typeface="Arial"/>
              <a:sym typeface="Arial"/>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52" name="Shape 252"/>
        <p:cNvGrpSpPr/>
        <p:nvPr/>
      </p:nvGrpSpPr>
      <p:grpSpPr>
        <a:xfrm>
          <a:off x="0" y="0"/>
          <a:ext cx="0" cy="0"/>
          <a:chOff x="0" y="0"/>
          <a:chExt cx="0" cy="0"/>
        </a:xfrm>
      </p:grpSpPr>
      <p:sp>
        <p:nvSpPr>
          <p:cNvPr id="253" name="Google Shape;253;g325cb273146_0_2"/>
          <p:cNvSpPr/>
          <p:nvPr/>
        </p:nvSpPr>
        <p:spPr>
          <a:xfrm>
            <a:off x="1505" y="0"/>
            <a:ext cx="12189000" cy="6858000"/>
          </a:xfrm>
          <a:prstGeom prst="rect">
            <a:avLst/>
          </a:prstGeom>
          <a:solidFill>
            <a:schemeClr val="lt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Arial"/>
              <a:ea typeface="Arial"/>
              <a:cs typeface="Arial"/>
              <a:sym typeface="Arial"/>
            </a:endParaRPr>
          </a:p>
        </p:txBody>
      </p:sp>
      <p:sp>
        <p:nvSpPr>
          <p:cNvPr id="254" name="Google Shape;254;g325cb273146_0_2"/>
          <p:cNvSpPr txBox="1"/>
          <p:nvPr>
            <p:ph type="title"/>
          </p:nvPr>
        </p:nvSpPr>
        <p:spPr>
          <a:xfrm>
            <a:off x="838200" y="365125"/>
            <a:ext cx="10515600" cy="1325700"/>
          </a:xfrm>
          <a:prstGeom prst="rect">
            <a:avLst/>
          </a:prstGeom>
          <a:noFill/>
          <a:ln>
            <a:noFill/>
          </a:ln>
        </p:spPr>
        <p:txBody>
          <a:bodyPr anchorCtr="0" anchor="ctr" bIns="45700" lIns="91425" spcFirstLastPara="1" rIns="91425" wrap="square" tIns="45700">
            <a:normAutofit/>
          </a:bodyPr>
          <a:lstStyle/>
          <a:p>
            <a:pPr indent="0" lvl="0" marL="0" rtl="0" algn="l">
              <a:lnSpc>
                <a:spcPct val="90000"/>
              </a:lnSpc>
              <a:spcBef>
                <a:spcPts val="0"/>
              </a:spcBef>
              <a:spcAft>
                <a:spcPts val="0"/>
              </a:spcAft>
              <a:buClr>
                <a:schemeClr val="dk1"/>
              </a:buClr>
              <a:buSzPts val="5400"/>
              <a:buFont typeface="Play"/>
              <a:buNone/>
            </a:pPr>
            <a:r>
              <a:rPr lang="en-US" sz="5400"/>
              <a:t>Project</a:t>
            </a:r>
            <a:endParaRPr/>
          </a:p>
        </p:txBody>
      </p:sp>
      <p:sp>
        <p:nvSpPr>
          <p:cNvPr id="255" name="Google Shape;255;g325cb273146_0_2"/>
          <p:cNvSpPr/>
          <p:nvPr/>
        </p:nvSpPr>
        <p:spPr>
          <a:xfrm>
            <a:off x="669036" y="1677373"/>
            <a:ext cx="10853928" cy="18288"/>
          </a:xfrm>
          <a:custGeom>
            <a:rect b="b" l="l" r="r" t="t"/>
            <a:pathLst>
              <a:path extrusionOk="0" fill="none" h="18288" w="10853928">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extrusionOk="0" h="18288" w="10853928">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cap="rnd" cmpd="sng" w="41275">
            <a:solidFill>
              <a:schemeClr val="accent2"/>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Arial"/>
              <a:ea typeface="Arial"/>
              <a:cs typeface="Arial"/>
              <a:sym typeface="Arial"/>
            </a:endParaRPr>
          </a:p>
        </p:txBody>
      </p:sp>
      <p:sp>
        <p:nvSpPr>
          <p:cNvPr id="256" name="Google Shape;256;g325cb273146_0_2"/>
          <p:cNvSpPr txBox="1"/>
          <p:nvPr>
            <p:ph idx="1" type="body"/>
          </p:nvPr>
        </p:nvSpPr>
        <p:spPr>
          <a:xfrm>
            <a:off x="838200" y="1929375"/>
            <a:ext cx="10684800" cy="4251900"/>
          </a:xfrm>
          <a:prstGeom prst="rect">
            <a:avLst/>
          </a:prstGeom>
          <a:noFill/>
          <a:ln>
            <a:noFill/>
          </a:ln>
        </p:spPr>
        <p:txBody>
          <a:bodyPr anchorCtr="0" anchor="t" bIns="45700" lIns="91425" spcFirstLastPara="1" rIns="91425" wrap="square" tIns="45700">
            <a:normAutofit fontScale="77500" lnSpcReduction="20000"/>
          </a:bodyPr>
          <a:lstStyle/>
          <a:p>
            <a:pPr indent="-317182" lvl="0" marL="457200" rtl="0" algn="l">
              <a:lnSpc>
                <a:spcPct val="150000"/>
              </a:lnSpc>
              <a:spcBef>
                <a:spcPts val="0"/>
              </a:spcBef>
              <a:spcAft>
                <a:spcPts val="0"/>
              </a:spcAft>
              <a:buSzPct val="64285"/>
              <a:buChar char="●"/>
            </a:pPr>
            <a:r>
              <a:rPr lang="en-US"/>
              <a:t>Task:</a:t>
            </a:r>
            <a:endParaRPr/>
          </a:p>
          <a:p>
            <a:pPr indent="-317181" lvl="1" marL="914400" rtl="0" algn="l">
              <a:lnSpc>
                <a:spcPct val="150000"/>
              </a:lnSpc>
              <a:spcBef>
                <a:spcPts val="0"/>
              </a:spcBef>
              <a:spcAft>
                <a:spcPts val="0"/>
              </a:spcAft>
              <a:buSzPct val="74999"/>
              <a:buChar char="•"/>
            </a:pPr>
            <a:r>
              <a:rPr lang="en-US"/>
              <a:t>create an AI model using the following datasets:</a:t>
            </a:r>
            <a:endParaRPr/>
          </a:p>
          <a:p>
            <a:pPr indent="-317182" lvl="2" marL="1371600" rtl="0" algn="l">
              <a:lnSpc>
                <a:spcPct val="150000"/>
              </a:lnSpc>
              <a:spcBef>
                <a:spcPts val="0"/>
              </a:spcBef>
              <a:spcAft>
                <a:spcPts val="0"/>
              </a:spcAft>
              <a:buSzPct val="90000"/>
              <a:buChar char="•"/>
            </a:pPr>
            <a:r>
              <a:rPr lang="en-US"/>
              <a:t>Spotify Songs Dataset (Provided)</a:t>
            </a:r>
            <a:endParaRPr/>
          </a:p>
          <a:p>
            <a:pPr indent="-317182" lvl="2" marL="1371600" rtl="0" algn="l">
              <a:lnSpc>
                <a:spcPct val="150000"/>
              </a:lnSpc>
              <a:spcBef>
                <a:spcPts val="0"/>
              </a:spcBef>
              <a:spcAft>
                <a:spcPts val="0"/>
              </a:spcAft>
              <a:buSzPct val="90000"/>
              <a:buChar char="•"/>
            </a:pPr>
            <a:r>
              <a:rPr lang="en-US"/>
              <a:t>A Dataset of your choosing (You Choose)</a:t>
            </a:r>
            <a:endParaRPr/>
          </a:p>
          <a:p>
            <a:pPr indent="-317182" lvl="0" marL="457200" rtl="0" algn="l">
              <a:lnSpc>
                <a:spcPct val="150000"/>
              </a:lnSpc>
              <a:spcBef>
                <a:spcPts val="0"/>
              </a:spcBef>
              <a:spcAft>
                <a:spcPts val="0"/>
              </a:spcAft>
              <a:buSzPct val="64285"/>
              <a:buChar char="●"/>
            </a:pPr>
            <a:r>
              <a:rPr lang="en-US"/>
              <a:t>Goal:</a:t>
            </a:r>
            <a:endParaRPr/>
          </a:p>
          <a:p>
            <a:pPr indent="-317182" lvl="1" marL="914400" rtl="0" algn="l">
              <a:lnSpc>
                <a:spcPct val="150000"/>
              </a:lnSpc>
              <a:spcBef>
                <a:spcPts val="0"/>
              </a:spcBef>
              <a:spcAft>
                <a:spcPts val="0"/>
              </a:spcAft>
              <a:buSzPct val="75000"/>
              <a:buChar char="•"/>
            </a:pPr>
            <a:r>
              <a:rPr lang="en-US"/>
              <a:t>construct a model of your choosing (Classification, Regression, etc…), using the algorithm of your choosing (linear regression, KNN, CNN).</a:t>
            </a:r>
            <a:endParaRPr/>
          </a:p>
          <a:p>
            <a:pPr indent="-317182" lvl="2" marL="1371600" rtl="0" algn="l">
              <a:lnSpc>
                <a:spcPct val="150000"/>
              </a:lnSpc>
              <a:spcBef>
                <a:spcPts val="0"/>
              </a:spcBef>
              <a:spcAft>
                <a:spcPts val="0"/>
              </a:spcAft>
              <a:buSzPct val="90000"/>
              <a:buChar char="•"/>
            </a:pPr>
            <a:r>
              <a:rPr lang="en-US"/>
              <a:t>The best model will be evaluated based on the difficulty of the task given to the model, and the performance of the model</a:t>
            </a:r>
            <a:endParaRPr/>
          </a:p>
          <a:p>
            <a:pPr indent="-317182" lvl="3" marL="1828800" rtl="0" algn="l">
              <a:lnSpc>
                <a:spcPct val="150000"/>
              </a:lnSpc>
              <a:spcBef>
                <a:spcPts val="0"/>
              </a:spcBef>
              <a:spcAft>
                <a:spcPts val="0"/>
              </a:spcAft>
              <a:buSzPct val="100000"/>
              <a:buChar char="•"/>
            </a:pPr>
            <a:r>
              <a:rPr lang="en-US"/>
              <a:t>i.e, </a:t>
            </a:r>
            <a:endParaRPr/>
          </a:p>
          <a:p>
            <a:pPr indent="-317182" lvl="4" marL="2286000" rtl="0" algn="l">
              <a:lnSpc>
                <a:spcPct val="150000"/>
              </a:lnSpc>
              <a:spcBef>
                <a:spcPts val="0"/>
              </a:spcBef>
              <a:spcAft>
                <a:spcPts val="0"/>
              </a:spcAft>
              <a:buSzPct val="100000"/>
              <a:buChar char="•"/>
            </a:pPr>
            <a:r>
              <a:rPr lang="en-US"/>
              <a:t>classification - number of classes</a:t>
            </a:r>
            <a:endParaRPr/>
          </a:p>
          <a:p>
            <a:pPr indent="-317182" lvl="4" marL="2286000" rtl="0" algn="l">
              <a:lnSpc>
                <a:spcPct val="150000"/>
              </a:lnSpc>
              <a:spcBef>
                <a:spcPts val="0"/>
              </a:spcBef>
              <a:spcAft>
                <a:spcPts val="0"/>
              </a:spcAft>
              <a:buSzPct val="100000"/>
              <a:buChar char="•"/>
            </a:pPr>
            <a:r>
              <a:rPr lang="en-US"/>
              <a:t>regression - data pattern (linear, polynomial, non-linear)</a:t>
            </a:r>
            <a:endParaRPr/>
          </a:p>
        </p:txBody>
      </p:sp>
      <p:pic>
        <p:nvPicPr>
          <p:cNvPr id="257" name="Google Shape;257;g325cb273146_0_2"/>
          <p:cNvPicPr preferRelativeResize="0"/>
          <p:nvPr/>
        </p:nvPicPr>
        <p:blipFill rotWithShape="1">
          <a:blip r:embed="rId3">
            <a:alphaModFix/>
          </a:blip>
          <a:srcRect b="0" l="0" r="0" t="0"/>
          <a:stretch/>
        </p:blipFill>
        <p:spPr>
          <a:xfrm>
            <a:off x="10176075" y="-237200"/>
            <a:ext cx="2015925" cy="2015925"/>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61" name="Shape 261"/>
        <p:cNvGrpSpPr/>
        <p:nvPr/>
      </p:nvGrpSpPr>
      <p:grpSpPr>
        <a:xfrm>
          <a:off x="0" y="0"/>
          <a:ext cx="0" cy="0"/>
          <a:chOff x="0" y="0"/>
          <a:chExt cx="0" cy="0"/>
        </a:xfrm>
      </p:grpSpPr>
      <p:sp>
        <p:nvSpPr>
          <p:cNvPr id="262" name="Google Shape;262;g2d75afc7928_0_76"/>
          <p:cNvSpPr/>
          <p:nvPr/>
        </p:nvSpPr>
        <p:spPr>
          <a:xfrm>
            <a:off x="0" y="0"/>
            <a:ext cx="12189300" cy="6858000"/>
          </a:xfrm>
          <a:prstGeom prst="rect">
            <a:avLst/>
          </a:prstGeom>
          <a:solidFill>
            <a:schemeClr val="lt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900"/>
              <a:buFont typeface="Arial"/>
              <a:buNone/>
            </a:pPr>
            <a:r>
              <a:t/>
            </a:r>
            <a:endParaRPr b="0" i="0" sz="1900" u="none" cap="none" strike="noStrike">
              <a:solidFill>
                <a:schemeClr val="lt1"/>
              </a:solidFill>
              <a:latin typeface="Arial"/>
              <a:ea typeface="Arial"/>
              <a:cs typeface="Arial"/>
              <a:sym typeface="Arial"/>
            </a:endParaRPr>
          </a:p>
        </p:txBody>
      </p:sp>
      <p:sp>
        <p:nvSpPr>
          <p:cNvPr id="263" name="Google Shape;263;g2d75afc7928_0_76"/>
          <p:cNvSpPr txBox="1"/>
          <p:nvPr>
            <p:ph type="title"/>
          </p:nvPr>
        </p:nvSpPr>
        <p:spPr>
          <a:xfrm>
            <a:off x="572493" y="238539"/>
            <a:ext cx="11018400" cy="1434300"/>
          </a:xfrm>
          <a:prstGeom prst="rect">
            <a:avLst/>
          </a:prstGeom>
          <a:noFill/>
          <a:ln>
            <a:noFill/>
          </a:ln>
        </p:spPr>
        <p:txBody>
          <a:bodyPr anchorCtr="0" anchor="b" bIns="45700" lIns="91425" spcFirstLastPara="1" rIns="91425" wrap="square" tIns="45700">
            <a:normAutofit/>
          </a:bodyPr>
          <a:lstStyle/>
          <a:p>
            <a:pPr indent="0" lvl="0" marL="0" rtl="0" algn="l">
              <a:lnSpc>
                <a:spcPct val="90000"/>
              </a:lnSpc>
              <a:spcBef>
                <a:spcPts val="0"/>
              </a:spcBef>
              <a:spcAft>
                <a:spcPts val="0"/>
              </a:spcAft>
              <a:buClr>
                <a:schemeClr val="dk1"/>
              </a:buClr>
              <a:buSzPts val="5500"/>
              <a:buFont typeface="Play"/>
              <a:buNone/>
            </a:pPr>
            <a:r>
              <a:rPr lang="en-US">
                <a:latin typeface="Calibri"/>
                <a:ea typeface="Calibri"/>
                <a:cs typeface="Calibri"/>
                <a:sym typeface="Calibri"/>
              </a:rPr>
              <a:t>Let’s Innovate Together!</a:t>
            </a:r>
            <a:endParaRPr/>
          </a:p>
        </p:txBody>
      </p:sp>
      <p:sp>
        <p:nvSpPr>
          <p:cNvPr id="264" name="Google Shape;264;g2d75afc7928_0_76"/>
          <p:cNvSpPr/>
          <p:nvPr/>
        </p:nvSpPr>
        <p:spPr>
          <a:xfrm>
            <a:off x="572493" y="1681544"/>
            <a:ext cx="10972800" cy="18288"/>
          </a:xfrm>
          <a:custGeom>
            <a:rect b="b" l="l" r="r" t="t"/>
            <a:pathLst>
              <a:path extrusionOk="0" fill="none" h="18288" w="10972800">
                <a:moveTo>
                  <a:pt x="0" y="0"/>
                </a:moveTo>
                <a:cubicBezTo>
                  <a:pt x="165916" y="-1866"/>
                  <a:pt x="188720" y="13756"/>
                  <a:pt x="356616" y="0"/>
                </a:cubicBezTo>
                <a:cubicBezTo>
                  <a:pt x="524512" y="-13756"/>
                  <a:pt x="734781" y="8922"/>
                  <a:pt x="1042416" y="0"/>
                </a:cubicBezTo>
                <a:cubicBezTo>
                  <a:pt x="1350051" y="-8922"/>
                  <a:pt x="1595982" y="-26315"/>
                  <a:pt x="1947672" y="0"/>
                </a:cubicBezTo>
                <a:cubicBezTo>
                  <a:pt x="2299362" y="26315"/>
                  <a:pt x="2292691" y="-19526"/>
                  <a:pt x="2633472" y="0"/>
                </a:cubicBezTo>
                <a:cubicBezTo>
                  <a:pt x="2974253" y="19526"/>
                  <a:pt x="2857309" y="10773"/>
                  <a:pt x="2990088" y="0"/>
                </a:cubicBezTo>
                <a:cubicBezTo>
                  <a:pt x="3122867" y="-10773"/>
                  <a:pt x="3359343" y="7194"/>
                  <a:pt x="3456432" y="0"/>
                </a:cubicBezTo>
                <a:cubicBezTo>
                  <a:pt x="3553521" y="-7194"/>
                  <a:pt x="4136258" y="5108"/>
                  <a:pt x="4361688" y="0"/>
                </a:cubicBezTo>
                <a:cubicBezTo>
                  <a:pt x="4587118" y="-5108"/>
                  <a:pt x="4992424" y="-42958"/>
                  <a:pt x="5266944" y="0"/>
                </a:cubicBezTo>
                <a:cubicBezTo>
                  <a:pt x="5541464" y="42958"/>
                  <a:pt x="5882966" y="-3430"/>
                  <a:pt x="6172200" y="0"/>
                </a:cubicBezTo>
                <a:cubicBezTo>
                  <a:pt x="6461434" y="3430"/>
                  <a:pt x="6432127" y="6688"/>
                  <a:pt x="6528816" y="0"/>
                </a:cubicBezTo>
                <a:cubicBezTo>
                  <a:pt x="6625505" y="-6688"/>
                  <a:pt x="6916805" y="-436"/>
                  <a:pt x="7214616" y="0"/>
                </a:cubicBezTo>
                <a:cubicBezTo>
                  <a:pt x="7512427" y="436"/>
                  <a:pt x="7626159" y="-6909"/>
                  <a:pt x="7790688" y="0"/>
                </a:cubicBezTo>
                <a:cubicBezTo>
                  <a:pt x="7955217" y="6909"/>
                  <a:pt x="8048891" y="15307"/>
                  <a:pt x="8147304" y="0"/>
                </a:cubicBezTo>
                <a:cubicBezTo>
                  <a:pt x="8245717" y="-15307"/>
                  <a:pt x="8645618" y="-11734"/>
                  <a:pt x="9052560" y="0"/>
                </a:cubicBezTo>
                <a:cubicBezTo>
                  <a:pt x="9459502" y="11734"/>
                  <a:pt x="9320584" y="8388"/>
                  <a:pt x="9409176" y="0"/>
                </a:cubicBezTo>
                <a:cubicBezTo>
                  <a:pt x="9497768" y="-8388"/>
                  <a:pt x="9644192" y="8379"/>
                  <a:pt x="9765792" y="0"/>
                </a:cubicBezTo>
                <a:cubicBezTo>
                  <a:pt x="9887392" y="-8379"/>
                  <a:pt x="10105220" y="-12663"/>
                  <a:pt x="10341864" y="0"/>
                </a:cubicBezTo>
                <a:cubicBezTo>
                  <a:pt x="10578508" y="12663"/>
                  <a:pt x="10773103" y="-5786"/>
                  <a:pt x="10972800" y="0"/>
                </a:cubicBezTo>
                <a:cubicBezTo>
                  <a:pt x="10972146" y="8818"/>
                  <a:pt x="10972240" y="13823"/>
                  <a:pt x="10972800" y="18288"/>
                </a:cubicBezTo>
                <a:cubicBezTo>
                  <a:pt x="10588778" y="31598"/>
                  <a:pt x="10543381" y="-12698"/>
                  <a:pt x="10177272" y="18288"/>
                </a:cubicBezTo>
                <a:cubicBezTo>
                  <a:pt x="9811163" y="49274"/>
                  <a:pt x="9996817" y="25662"/>
                  <a:pt x="9820656" y="18288"/>
                </a:cubicBezTo>
                <a:cubicBezTo>
                  <a:pt x="9644495" y="10914"/>
                  <a:pt x="9607007" y="31631"/>
                  <a:pt x="9464040" y="18288"/>
                </a:cubicBezTo>
                <a:cubicBezTo>
                  <a:pt x="9321073" y="4945"/>
                  <a:pt x="9114189" y="28940"/>
                  <a:pt x="8778240" y="18288"/>
                </a:cubicBezTo>
                <a:cubicBezTo>
                  <a:pt x="8442291" y="7636"/>
                  <a:pt x="8594763" y="987"/>
                  <a:pt x="8421624" y="18288"/>
                </a:cubicBezTo>
                <a:cubicBezTo>
                  <a:pt x="8248485" y="35589"/>
                  <a:pt x="7929515" y="37573"/>
                  <a:pt x="7735824" y="18288"/>
                </a:cubicBezTo>
                <a:cubicBezTo>
                  <a:pt x="7542133" y="-997"/>
                  <a:pt x="7252504" y="33858"/>
                  <a:pt x="6940296" y="18288"/>
                </a:cubicBezTo>
                <a:cubicBezTo>
                  <a:pt x="6628088" y="2718"/>
                  <a:pt x="6528503" y="48389"/>
                  <a:pt x="6254496" y="18288"/>
                </a:cubicBezTo>
                <a:cubicBezTo>
                  <a:pt x="5980489" y="-11813"/>
                  <a:pt x="5695784" y="-3740"/>
                  <a:pt x="5458968" y="18288"/>
                </a:cubicBezTo>
                <a:cubicBezTo>
                  <a:pt x="5222152" y="40316"/>
                  <a:pt x="5010751" y="19095"/>
                  <a:pt x="4663440" y="18288"/>
                </a:cubicBezTo>
                <a:cubicBezTo>
                  <a:pt x="4316129" y="17481"/>
                  <a:pt x="4425552" y="1606"/>
                  <a:pt x="4306824" y="18288"/>
                </a:cubicBezTo>
                <a:cubicBezTo>
                  <a:pt x="4188096" y="34970"/>
                  <a:pt x="3941535" y="7481"/>
                  <a:pt x="3840480" y="18288"/>
                </a:cubicBezTo>
                <a:cubicBezTo>
                  <a:pt x="3739425" y="29095"/>
                  <a:pt x="3402388" y="17641"/>
                  <a:pt x="3264408" y="18288"/>
                </a:cubicBezTo>
                <a:cubicBezTo>
                  <a:pt x="3126428" y="18935"/>
                  <a:pt x="2776779" y="9983"/>
                  <a:pt x="2578608" y="18288"/>
                </a:cubicBezTo>
                <a:cubicBezTo>
                  <a:pt x="2380437" y="26593"/>
                  <a:pt x="1909468" y="25818"/>
                  <a:pt x="1673352" y="18288"/>
                </a:cubicBezTo>
                <a:cubicBezTo>
                  <a:pt x="1437236" y="10758"/>
                  <a:pt x="1131180" y="49884"/>
                  <a:pt x="877824" y="18288"/>
                </a:cubicBezTo>
                <a:cubicBezTo>
                  <a:pt x="624468" y="-13308"/>
                  <a:pt x="206753" y="2195"/>
                  <a:pt x="0" y="18288"/>
                </a:cubicBezTo>
                <a:cubicBezTo>
                  <a:pt x="313" y="10654"/>
                  <a:pt x="-263" y="4056"/>
                  <a:pt x="0" y="0"/>
                </a:cubicBezTo>
                <a:close/>
              </a:path>
              <a:path extrusionOk="0" h="18288" w="10972800">
                <a:moveTo>
                  <a:pt x="0" y="0"/>
                </a:moveTo>
                <a:cubicBezTo>
                  <a:pt x="164017" y="-17675"/>
                  <a:pt x="309425" y="9913"/>
                  <a:pt x="466344" y="0"/>
                </a:cubicBezTo>
                <a:cubicBezTo>
                  <a:pt x="623263" y="-9913"/>
                  <a:pt x="659300" y="-14524"/>
                  <a:pt x="822960" y="0"/>
                </a:cubicBezTo>
                <a:cubicBezTo>
                  <a:pt x="986620" y="14524"/>
                  <a:pt x="1105222" y="-16481"/>
                  <a:pt x="1289304" y="0"/>
                </a:cubicBezTo>
                <a:cubicBezTo>
                  <a:pt x="1473386" y="16481"/>
                  <a:pt x="1693223" y="26161"/>
                  <a:pt x="1975104" y="0"/>
                </a:cubicBezTo>
                <a:cubicBezTo>
                  <a:pt x="2256985" y="-26161"/>
                  <a:pt x="2435781" y="23061"/>
                  <a:pt x="2770632" y="0"/>
                </a:cubicBezTo>
                <a:cubicBezTo>
                  <a:pt x="3105483" y="-23061"/>
                  <a:pt x="3247479" y="-44011"/>
                  <a:pt x="3675888" y="0"/>
                </a:cubicBezTo>
                <a:cubicBezTo>
                  <a:pt x="4104297" y="44011"/>
                  <a:pt x="4280918" y="4017"/>
                  <a:pt x="4581144" y="0"/>
                </a:cubicBezTo>
                <a:cubicBezTo>
                  <a:pt x="4881370" y="-4017"/>
                  <a:pt x="5021699" y="-11889"/>
                  <a:pt x="5157216" y="0"/>
                </a:cubicBezTo>
                <a:cubicBezTo>
                  <a:pt x="5292733" y="11889"/>
                  <a:pt x="5603398" y="-17698"/>
                  <a:pt x="5952744" y="0"/>
                </a:cubicBezTo>
                <a:cubicBezTo>
                  <a:pt x="6302090" y="17698"/>
                  <a:pt x="6353093" y="-11909"/>
                  <a:pt x="6638544" y="0"/>
                </a:cubicBezTo>
                <a:cubicBezTo>
                  <a:pt x="6923995" y="11909"/>
                  <a:pt x="7053404" y="21630"/>
                  <a:pt x="7214616" y="0"/>
                </a:cubicBezTo>
                <a:cubicBezTo>
                  <a:pt x="7375828" y="-21630"/>
                  <a:pt x="7837963" y="3886"/>
                  <a:pt x="8010144" y="0"/>
                </a:cubicBezTo>
                <a:cubicBezTo>
                  <a:pt x="8182325" y="-3886"/>
                  <a:pt x="8224183" y="16009"/>
                  <a:pt x="8366760" y="0"/>
                </a:cubicBezTo>
                <a:cubicBezTo>
                  <a:pt x="8509337" y="-16009"/>
                  <a:pt x="8687920" y="-5720"/>
                  <a:pt x="8942832" y="0"/>
                </a:cubicBezTo>
                <a:cubicBezTo>
                  <a:pt x="9197744" y="5720"/>
                  <a:pt x="9368437" y="20479"/>
                  <a:pt x="9628632" y="0"/>
                </a:cubicBezTo>
                <a:cubicBezTo>
                  <a:pt x="9888827" y="-20479"/>
                  <a:pt x="10560858" y="-20746"/>
                  <a:pt x="10972800" y="0"/>
                </a:cubicBezTo>
                <a:cubicBezTo>
                  <a:pt x="10972186" y="5722"/>
                  <a:pt x="10972980" y="12495"/>
                  <a:pt x="10972800" y="18288"/>
                </a:cubicBezTo>
                <a:cubicBezTo>
                  <a:pt x="10786146" y="12536"/>
                  <a:pt x="10623717" y="14033"/>
                  <a:pt x="10506456" y="18288"/>
                </a:cubicBezTo>
                <a:cubicBezTo>
                  <a:pt x="10389195" y="22543"/>
                  <a:pt x="10296178" y="20107"/>
                  <a:pt x="10149840" y="18288"/>
                </a:cubicBezTo>
                <a:cubicBezTo>
                  <a:pt x="10003502" y="16469"/>
                  <a:pt x="9767530" y="28891"/>
                  <a:pt x="9464040" y="18288"/>
                </a:cubicBezTo>
                <a:cubicBezTo>
                  <a:pt x="9160550" y="7685"/>
                  <a:pt x="9229050" y="2659"/>
                  <a:pt x="8997696" y="18288"/>
                </a:cubicBezTo>
                <a:cubicBezTo>
                  <a:pt x="8766342" y="33917"/>
                  <a:pt x="8340136" y="34864"/>
                  <a:pt x="8092440" y="18288"/>
                </a:cubicBezTo>
                <a:cubicBezTo>
                  <a:pt x="7844744" y="1712"/>
                  <a:pt x="7863720" y="27405"/>
                  <a:pt x="7735824" y="18288"/>
                </a:cubicBezTo>
                <a:cubicBezTo>
                  <a:pt x="7607928" y="9171"/>
                  <a:pt x="7323619" y="461"/>
                  <a:pt x="7050024" y="18288"/>
                </a:cubicBezTo>
                <a:cubicBezTo>
                  <a:pt x="6776429" y="36115"/>
                  <a:pt x="6787899" y="28206"/>
                  <a:pt x="6693408" y="18288"/>
                </a:cubicBezTo>
                <a:cubicBezTo>
                  <a:pt x="6598917" y="8370"/>
                  <a:pt x="6395231" y="19114"/>
                  <a:pt x="6227064" y="18288"/>
                </a:cubicBezTo>
                <a:cubicBezTo>
                  <a:pt x="6058897" y="17462"/>
                  <a:pt x="5618582" y="1091"/>
                  <a:pt x="5431536" y="18288"/>
                </a:cubicBezTo>
                <a:cubicBezTo>
                  <a:pt x="5244490" y="35485"/>
                  <a:pt x="4729797" y="-9650"/>
                  <a:pt x="4526280" y="18288"/>
                </a:cubicBezTo>
                <a:cubicBezTo>
                  <a:pt x="4322763" y="46226"/>
                  <a:pt x="4216797" y="756"/>
                  <a:pt x="4059936" y="18288"/>
                </a:cubicBezTo>
                <a:cubicBezTo>
                  <a:pt x="3903075" y="35820"/>
                  <a:pt x="3537912" y="42098"/>
                  <a:pt x="3374136" y="18288"/>
                </a:cubicBezTo>
                <a:cubicBezTo>
                  <a:pt x="3210360" y="-5522"/>
                  <a:pt x="3126842" y="39135"/>
                  <a:pt x="2907792" y="18288"/>
                </a:cubicBezTo>
                <a:cubicBezTo>
                  <a:pt x="2688742" y="-2559"/>
                  <a:pt x="2490436" y="34100"/>
                  <a:pt x="2112264" y="18288"/>
                </a:cubicBezTo>
                <a:cubicBezTo>
                  <a:pt x="1734092" y="2476"/>
                  <a:pt x="1744622" y="-7274"/>
                  <a:pt x="1536192" y="18288"/>
                </a:cubicBezTo>
                <a:cubicBezTo>
                  <a:pt x="1327762" y="43850"/>
                  <a:pt x="1189025" y="6435"/>
                  <a:pt x="1069848" y="18288"/>
                </a:cubicBezTo>
                <a:cubicBezTo>
                  <a:pt x="950671" y="30141"/>
                  <a:pt x="858345" y="33684"/>
                  <a:pt x="713232" y="18288"/>
                </a:cubicBezTo>
                <a:cubicBezTo>
                  <a:pt x="568119" y="2892"/>
                  <a:pt x="250292" y="5410"/>
                  <a:pt x="0" y="18288"/>
                </a:cubicBezTo>
                <a:cubicBezTo>
                  <a:pt x="465" y="13062"/>
                  <a:pt x="-894" y="9029"/>
                  <a:pt x="0" y="0"/>
                </a:cubicBezTo>
                <a:close/>
              </a:path>
            </a:pathLst>
          </a:custGeom>
          <a:solidFill>
            <a:schemeClr val="accent2">
              <a:alpha val="73725"/>
            </a:schemeClr>
          </a:solidFill>
          <a:ln cap="rnd" cmpd="sng" w="44450">
            <a:solidFill>
              <a:schemeClr val="accent2">
                <a:alpha val="73725"/>
              </a:schemeClr>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900"/>
              <a:buFont typeface="Arial"/>
              <a:buNone/>
            </a:pPr>
            <a:r>
              <a:t/>
            </a:r>
            <a:endParaRPr b="0" i="0" sz="1900" u="none" cap="none" strike="noStrike">
              <a:solidFill>
                <a:schemeClr val="lt1"/>
              </a:solidFill>
              <a:latin typeface="Arial"/>
              <a:ea typeface="Arial"/>
              <a:cs typeface="Arial"/>
              <a:sym typeface="Arial"/>
            </a:endParaRPr>
          </a:p>
        </p:txBody>
      </p:sp>
      <p:sp>
        <p:nvSpPr>
          <p:cNvPr id="265" name="Google Shape;265;g2d75afc7928_0_76"/>
          <p:cNvSpPr txBox="1"/>
          <p:nvPr>
            <p:ph idx="1" type="body"/>
          </p:nvPr>
        </p:nvSpPr>
        <p:spPr>
          <a:xfrm>
            <a:off x="572500" y="2071300"/>
            <a:ext cx="10922400" cy="4119300"/>
          </a:xfrm>
          <a:prstGeom prst="rect">
            <a:avLst/>
          </a:prstGeom>
          <a:noFill/>
          <a:ln>
            <a:noFill/>
          </a:ln>
        </p:spPr>
        <p:txBody>
          <a:bodyPr anchorCtr="0" anchor="t" bIns="45700" lIns="91425" spcFirstLastPara="1" rIns="91425" wrap="square" tIns="45700">
            <a:normAutofit fontScale="62500" lnSpcReduction="10000"/>
          </a:bodyPr>
          <a:lstStyle/>
          <a:p>
            <a:pPr indent="0" lvl="0" marL="0" rtl="0" algn="l">
              <a:lnSpc>
                <a:spcPct val="115000"/>
              </a:lnSpc>
              <a:spcBef>
                <a:spcPts val="800"/>
              </a:spcBef>
              <a:spcAft>
                <a:spcPts val="0"/>
              </a:spcAft>
              <a:buSzPct val="34375"/>
              <a:buNone/>
            </a:pPr>
            <a:r>
              <a:rPr lang="en-US" sz="3200"/>
              <a:t>Thank you for joining us on this exciting journey! Code Crunch is redefining tech education and fostering inclusivity in technology. Let’s collaborate, innovate, and create a brighter future together.</a:t>
            </a:r>
            <a:endParaRPr sz="3200"/>
          </a:p>
          <a:p>
            <a:pPr indent="0" lvl="0" marL="0" rtl="0" algn="l">
              <a:lnSpc>
                <a:spcPct val="115000"/>
              </a:lnSpc>
              <a:spcBef>
                <a:spcPts val="800"/>
              </a:spcBef>
              <a:spcAft>
                <a:spcPts val="0"/>
              </a:spcAft>
              <a:buSzPct val="34375"/>
              <a:buNone/>
            </a:pPr>
            <a:r>
              <a:t/>
            </a:r>
            <a:endParaRPr sz="3200"/>
          </a:p>
          <a:p>
            <a:pPr indent="0" lvl="0" marL="0" rtl="0" algn="l">
              <a:lnSpc>
                <a:spcPct val="115000"/>
              </a:lnSpc>
              <a:spcBef>
                <a:spcPts val="800"/>
              </a:spcBef>
              <a:spcAft>
                <a:spcPts val="0"/>
              </a:spcAft>
              <a:buSzPct val="34375"/>
              <a:buNone/>
            </a:pPr>
            <a:r>
              <a:rPr lang="en-US" sz="3200"/>
              <a:t>RSVP for sessions today. Follow us on social media. Spread the word about Code Crunch!</a:t>
            </a:r>
            <a:endParaRPr sz="3200"/>
          </a:p>
          <a:p>
            <a:pPr indent="0" lvl="0" marL="0" rtl="0" algn="l">
              <a:lnSpc>
                <a:spcPct val="115000"/>
              </a:lnSpc>
              <a:spcBef>
                <a:spcPts val="800"/>
              </a:spcBef>
              <a:spcAft>
                <a:spcPts val="0"/>
              </a:spcAft>
              <a:buSzPct val="34375"/>
              <a:buNone/>
            </a:pPr>
            <a:r>
              <a:t/>
            </a:r>
            <a:endParaRPr sz="3200"/>
          </a:p>
          <a:p>
            <a:pPr indent="0" lvl="0" marL="0" rtl="0" algn="l">
              <a:lnSpc>
                <a:spcPct val="115000"/>
              </a:lnSpc>
              <a:spcBef>
                <a:spcPts val="800"/>
              </a:spcBef>
              <a:spcAft>
                <a:spcPts val="0"/>
              </a:spcAft>
              <a:buSzPct val="34375"/>
              <a:buNone/>
            </a:pPr>
            <a:r>
              <a:rPr lang="en-US" sz="3200"/>
              <a:t>#CodeCrunch #CodeCrunchFIU #DiversityInTech #InclusiveTech #LeadershipOpportunities #FIUTechCommunity #WomenInSTEM #LGBTQInTech #LatinxInTech #BlackInTech #AAPIsInTech #TechLeadership #JoinOurTeam #FIUInnovation #TechForEveryone #EmpowerTech #FutureLeaders #HackerCulture #CodeYourFuture #TechDiversity #FIUPanthers #STEMOpportunities #BuildYourFuture #LeadWithCode #PanthersInTech</a:t>
            </a:r>
            <a:r>
              <a:rPr lang="en-US"/>
              <a:t> </a:t>
            </a:r>
            <a:endParaRPr/>
          </a:p>
        </p:txBody>
      </p:sp>
      <p:pic>
        <p:nvPicPr>
          <p:cNvPr id="266" name="Google Shape;266;g2d75afc7928_0_76"/>
          <p:cNvPicPr preferRelativeResize="0"/>
          <p:nvPr/>
        </p:nvPicPr>
        <p:blipFill rotWithShape="1">
          <a:blip r:embed="rId3">
            <a:alphaModFix/>
          </a:blip>
          <a:srcRect b="0" l="0" r="0" t="0"/>
          <a:stretch/>
        </p:blipFill>
        <p:spPr>
          <a:xfrm>
            <a:off x="10173375" y="0"/>
            <a:ext cx="2015925" cy="2015925"/>
          </a:xfrm>
          <a:prstGeom prst="rect">
            <a:avLst/>
          </a:prstGeom>
          <a:noFill/>
          <a:ln>
            <a:noFill/>
          </a:ln>
        </p:spPr>
      </p:pic>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70" name="Shape 270"/>
        <p:cNvGrpSpPr/>
        <p:nvPr/>
      </p:nvGrpSpPr>
      <p:grpSpPr>
        <a:xfrm>
          <a:off x="0" y="0"/>
          <a:ext cx="0" cy="0"/>
          <a:chOff x="0" y="0"/>
          <a:chExt cx="0" cy="0"/>
        </a:xfrm>
      </p:grpSpPr>
      <p:sp>
        <p:nvSpPr>
          <p:cNvPr id="271" name="Google Shape;271;g2d5b2b5e3c8_0_148"/>
          <p:cNvSpPr/>
          <p:nvPr/>
        </p:nvSpPr>
        <p:spPr>
          <a:xfrm>
            <a:off x="0" y="0"/>
            <a:ext cx="12189300" cy="6858000"/>
          </a:xfrm>
          <a:prstGeom prst="rect">
            <a:avLst/>
          </a:prstGeom>
          <a:solidFill>
            <a:schemeClr val="lt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900"/>
              <a:buFont typeface="Arial"/>
              <a:buNone/>
            </a:pPr>
            <a:r>
              <a:t/>
            </a:r>
            <a:endParaRPr b="0" i="0" sz="1900" u="none" cap="none" strike="noStrike">
              <a:solidFill>
                <a:schemeClr val="lt1"/>
              </a:solidFill>
              <a:latin typeface="Arial"/>
              <a:ea typeface="Arial"/>
              <a:cs typeface="Arial"/>
              <a:sym typeface="Arial"/>
            </a:endParaRPr>
          </a:p>
        </p:txBody>
      </p:sp>
      <p:sp>
        <p:nvSpPr>
          <p:cNvPr id="272" name="Google Shape;272;g2d5b2b5e3c8_0_148"/>
          <p:cNvSpPr txBox="1"/>
          <p:nvPr>
            <p:ph idx="4294967295" type="title"/>
          </p:nvPr>
        </p:nvSpPr>
        <p:spPr>
          <a:xfrm>
            <a:off x="4024800" y="2567800"/>
            <a:ext cx="4142400" cy="861300"/>
          </a:xfrm>
          <a:prstGeom prst="rect">
            <a:avLst/>
          </a:prstGeom>
          <a:noFill/>
          <a:ln>
            <a:noFill/>
          </a:ln>
        </p:spPr>
        <p:txBody>
          <a:bodyPr anchorCtr="0" anchor="b" bIns="45700" lIns="91425" spcFirstLastPara="1" rIns="91425" wrap="square" tIns="45700">
            <a:normAutofit/>
          </a:bodyPr>
          <a:lstStyle/>
          <a:p>
            <a:pPr indent="0" lvl="0" marL="0" rtl="0" algn="l">
              <a:lnSpc>
                <a:spcPct val="90000"/>
              </a:lnSpc>
              <a:spcBef>
                <a:spcPts val="0"/>
              </a:spcBef>
              <a:spcAft>
                <a:spcPts val="0"/>
              </a:spcAft>
              <a:buClr>
                <a:schemeClr val="dk1"/>
              </a:buClr>
              <a:buSzPts val="5500"/>
              <a:buFont typeface="Play"/>
              <a:buNone/>
            </a:pPr>
            <a:r>
              <a:rPr lang="en-US" sz="5500"/>
              <a:t>Q&amp;A Session</a:t>
            </a:r>
            <a:endParaRPr/>
          </a:p>
        </p:txBody>
      </p:sp>
      <p:pic>
        <p:nvPicPr>
          <p:cNvPr id="273" name="Google Shape;273;g2d5b2b5e3c8_0_148"/>
          <p:cNvPicPr preferRelativeResize="0"/>
          <p:nvPr/>
        </p:nvPicPr>
        <p:blipFill rotWithShape="1">
          <a:blip r:embed="rId3">
            <a:alphaModFix/>
          </a:blip>
          <a:srcRect b="0" l="0" r="0" t="0"/>
          <a:stretch/>
        </p:blipFill>
        <p:spPr>
          <a:xfrm>
            <a:off x="10173375" y="0"/>
            <a:ext cx="2015925" cy="2015925"/>
          </a:xfrm>
          <a:prstGeom prst="rect">
            <a:avLst/>
          </a:prstGeom>
          <a:noFill/>
          <a:ln>
            <a:noFill/>
          </a:ln>
        </p:spPr>
      </p:pic>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78" name="Shape 278"/>
        <p:cNvGrpSpPr/>
        <p:nvPr/>
      </p:nvGrpSpPr>
      <p:grpSpPr>
        <a:xfrm>
          <a:off x="0" y="0"/>
          <a:ext cx="0" cy="0"/>
          <a:chOff x="0" y="0"/>
          <a:chExt cx="0" cy="0"/>
        </a:xfrm>
      </p:grpSpPr>
      <p:sp>
        <p:nvSpPr>
          <p:cNvPr id="279" name="Google Shape;279;g32248793e7f_0_0"/>
          <p:cNvSpPr/>
          <p:nvPr/>
        </p:nvSpPr>
        <p:spPr>
          <a:xfrm>
            <a:off x="0" y="0"/>
            <a:ext cx="12192000" cy="6858000"/>
          </a:xfrm>
          <a:prstGeom prst="rect">
            <a:avLst/>
          </a:prstGeom>
          <a:solidFill>
            <a:schemeClr val="lt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900"/>
              <a:buFont typeface="Arial"/>
              <a:buNone/>
            </a:pPr>
            <a:r>
              <a:t/>
            </a:r>
            <a:endParaRPr b="0" i="0" sz="1900" u="none" cap="none" strike="noStrike">
              <a:solidFill>
                <a:schemeClr val="lt1"/>
              </a:solidFill>
              <a:latin typeface="Arial"/>
              <a:ea typeface="Arial"/>
              <a:cs typeface="Arial"/>
              <a:sym typeface="Arial"/>
            </a:endParaRPr>
          </a:p>
        </p:txBody>
      </p:sp>
      <p:sp>
        <p:nvSpPr>
          <p:cNvPr id="280" name="Google Shape;280;g32248793e7f_0_0"/>
          <p:cNvSpPr/>
          <p:nvPr/>
        </p:nvSpPr>
        <p:spPr>
          <a:xfrm>
            <a:off x="0" y="0"/>
            <a:ext cx="4890900" cy="6858000"/>
          </a:xfrm>
          <a:prstGeom prst="rect">
            <a:avLst/>
          </a:prstGeom>
          <a:solidFill>
            <a:schemeClr val="dk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900"/>
              <a:buFont typeface="Arial"/>
              <a:buNone/>
            </a:pPr>
            <a:r>
              <a:t/>
            </a:r>
            <a:endParaRPr b="0" i="0" sz="1900" u="none" cap="none" strike="noStrike">
              <a:solidFill>
                <a:schemeClr val="lt1"/>
              </a:solidFill>
              <a:latin typeface="Arial"/>
              <a:ea typeface="Arial"/>
              <a:cs typeface="Arial"/>
              <a:sym typeface="Arial"/>
            </a:endParaRPr>
          </a:p>
        </p:txBody>
      </p:sp>
      <p:sp>
        <p:nvSpPr>
          <p:cNvPr id="281" name="Google Shape;281;g32248793e7f_0_0"/>
          <p:cNvSpPr txBox="1"/>
          <p:nvPr>
            <p:ph type="title"/>
          </p:nvPr>
        </p:nvSpPr>
        <p:spPr>
          <a:xfrm>
            <a:off x="840150" y="3367775"/>
            <a:ext cx="3200400" cy="1154700"/>
          </a:xfrm>
          <a:prstGeom prst="rect">
            <a:avLst/>
          </a:prstGeom>
          <a:noFill/>
          <a:ln>
            <a:noFill/>
          </a:ln>
        </p:spPr>
        <p:txBody>
          <a:bodyPr anchorCtr="0" anchor="ctr" bIns="45700" lIns="91425" spcFirstLastPara="1" rIns="91425" wrap="square" tIns="45700">
            <a:normAutofit/>
          </a:bodyPr>
          <a:lstStyle/>
          <a:p>
            <a:pPr indent="0" lvl="0" marL="0" rtl="0" algn="l">
              <a:lnSpc>
                <a:spcPct val="90000"/>
              </a:lnSpc>
              <a:spcBef>
                <a:spcPts val="0"/>
              </a:spcBef>
              <a:spcAft>
                <a:spcPts val="0"/>
              </a:spcAft>
              <a:buClr>
                <a:schemeClr val="lt1"/>
              </a:buClr>
              <a:buSzPts val="4400"/>
              <a:buFont typeface="Play"/>
              <a:buNone/>
            </a:pPr>
            <a:r>
              <a:rPr lang="en-US">
                <a:solidFill>
                  <a:schemeClr val="lt1"/>
                </a:solidFill>
              </a:rPr>
              <a:t>Attendance</a:t>
            </a:r>
            <a:endParaRPr>
              <a:solidFill>
                <a:schemeClr val="lt1"/>
              </a:solidFill>
            </a:endParaRPr>
          </a:p>
        </p:txBody>
      </p:sp>
      <p:grpSp>
        <p:nvGrpSpPr>
          <p:cNvPr id="282" name="Google Shape;282;g32248793e7f_0_0"/>
          <p:cNvGrpSpPr/>
          <p:nvPr/>
        </p:nvGrpSpPr>
        <p:grpSpPr>
          <a:xfrm>
            <a:off x="75" y="202996"/>
            <a:ext cx="1910317" cy="709685"/>
            <a:chOff x="2267504" y="2540250"/>
            <a:chExt cx="1990951" cy="739640"/>
          </a:xfrm>
        </p:grpSpPr>
        <p:sp>
          <p:nvSpPr>
            <p:cNvPr id="283" name="Google Shape;283;g32248793e7f_0_0"/>
            <p:cNvSpPr/>
            <p:nvPr/>
          </p:nvSpPr>
          <p:spPr>
            <a:xfrm>
              <a:off x="2267504" y="2540250"/>
              <a:ext cx="1990951" cy="286230"/>
            </a:xfrm>
            <a:custGeom>
              <a:rect b="b" l="l" r="r" t="t"/>
              <a:pathLst>
                <a:path extrusionOk="0" h="286230" w="1990951">
                  <a:moveTo>
                    <a:pt x="1489414" y="286231"/>
                  </a:moveTo>
                  <a:lnTo>
                    <a:pt x="1243712" y="40528"/>
                  </a:lnTo>
                  <a:lnTo>
                    <a:pt x="995476" y="286231"/>
                  </a:lnTo>
                  <a:lnTo>
                    <a:pt x="749773" y="40528"/>
                  </a:lnTo>
                  <a:lnTo>
                    <a:pt x="504071" y="286231"/>
                  </a:lnTo>
                  <a:lnTo>
                    <a:pt x="255835" y="40528"/>
                  </a:lnTo>
                  <a:lnTo>
                    <a:pt x="20264" y="276099"/>
                  </a:lnTo>
                  <a:lnTo>
                    <a:pt x="0" y="255835"/>
                  </a:lnTo>
                  <a:lnTo>
                    <a:pt x="255835" y="0"/>
                  </a:lnTo>
                  <a:lnTo>
                    <a:pt x="504071" y="245703"/>
                  </a:lnTo>
                  <a:lnTo>
                    <a:pt x="749773" y="0"/>
                  </a:lnTo>
                  <a:lnTo>
                    <a:pt x="995476" y="245703"/>
                  </a:lnTo>
                  <a:lnTo>
                    <a:pt x="1243712" y="0"/>
                  </a:lnTo>
                  <a:lnTo>
                    <a:pt x="1489414" y="245703"/>
                  </a:lnTo>
                  <a:lnTo>
                    <a:pt x="1735117" y="0"/>
                  </a:lnTo>
                  <a:lnTo>
                    <a:pt x="1990952" y="255835"/>
                  </a:lnTo>
                  <a:lnTo>
                    <a:pt x="1973221" y="276099"/>
                  </a:lnTo>
                  <a:lnTo>
                    <a:pt x="1735117" y="40528"/>
                  </a:lnTo>
                  <a:close/>
                </a:path>
              </a:pathLst>
            </a:custGeom>
            <a:solidFill>
              <a:schemeClr val="lt1"/>
            </a:solid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900"/>
                <a:buFont typeface="Arial"/>
                <a:buNone/>
              </a:pPr>
              <a:r>
                <a:t/>
              </a:r>
              <a:endParaRPr b="0" i="0" sz="1900" u="none" cap="none" strike="noStrike">
                <a:solidFill>
                  <a:schemeClr val="dk1"/>
                </a:solidFill>
                <a:latin typeface="Arial"/>
                <a:ea typeface="Arial"/>
                <a:cs typeface="Arial"/>
                <a:sym typeface="Arial"/>
              </a:endParaRPr>
            </a:p>
          </p:txBody>
        </p:sp>
        <p:sp>
          <p:nvSpPr>
            <p:cNvPr id="284" name="Google Shape;284;g32248793e7f_0_0"/>
            <p:cNvSpPr/>
            <p:nvPr/>
          </p:nvSpPr>
          <p:spPr>
            <a:xfrm>
              <a:off x="2267504" y="2993660"/>
              <a:ext cx="1990951" cy="286230"/>
            </a:xfrm>
            <a:custGeom>
              <a:rect b="b" l="l" r="r" t="t"/>
              <a:pathLst>
                <a:path extrusionOk="0" h="286230" w="1990951">
                  <a:moveTo>
                    <a:pt x="1489414" y="286231"/>
                  </a:moveTo>
                  <a:lnTo>
                    <a:pt x="1243712" y="40528"/>
                  </a:lnTo>
                  <a:lnTo>
                    <a:pt x="995476" y="286231"/>
                  </a:lnTo>
                  <a:lnTo>
                    <a:pt x="749773" y="40528"/>
                  </a:lnTo>
                  <a:lnTo>
                    <a:pt x="504071" y="286231"/>
                  </a:lnTo>
                  <a:lnTo>
                    <a:pt x="255835" y="40528"/>
                  </a:lnTo>
                  <a:lnTo>
                    <a:pt x="20264" y="276099"/>
                  </a:lnTo>
                  <a:lnTo>
                    <a:pt x="0" y="258368"/>
                  </a:lnTo>
                  <a:lnTo>
                    <a:pt x="255835" y="0"/>
                  </a:lnTo>
                  <a:lnTo>
                    <a:pt x="504071" y="248236"/>
                  </a:lnTo>
                  <a:lnTo>
                    <a:pt x="749773" y="0"/>
                  </a:lnTo>
                  <a:lnTo>
                    <a:pt x="995476" y="248236"/>
                  </a:lnTo>
                  <a:lnTo>
                    <a:pt x="1243712" y="0"/>
                  </a:lnTo>
                  <a:lnTo>
                    <a:pt x="1489414" y="248236"/>
                  </a:lnTo>
                  <a:lnTo>
                    <a:pt x="1735117" y="0"/>
                  </a:lnTo>
                  <a:lnTo>
                    <a:pt x="1990952" y="258368"/>
                  </a:lnTo>
                  <a:lnTo>
                    <a:pt x="1973221" y="276099"/>
                  </a:lnTo>
                  <a:lnTo>
                    <a:pt x="1735117" y="40528"/>
                  </a:lnTo>
                  <a:close/>
                </a:path>
              </a:pathLst>
            </a:custGeom>
            <a:solidFill>
              <a:schemeClr val="lt1"/>
            </a:solid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900"/>
                <a:buFont typeface="Arial"/>
                <a:buNone/>
              </a:pPr>
              <a:r>
                <a:t/>
              </a:r>
              <a:endParaRPr b="0" i="0" sz="1900" u="none" cap="none" strike="noStrike">
                <a:solidFill>
                  <a:schemeClr val="dk1"/>
                </a:solidFill>
                <a:latin typeface="Arial"/>
                <a:ea typeface="Arial"/>
                <a:cs typeface="Arial"/>
                <a:sym typeface="Arial"/>
              </a:endParaRPr>
            </a:p>
          </p:txBody>
        </p:sp>
      </p:grpSp>
      <p:sp>
        <p:nvSpPr>
          <p:cNvPr id="285" name="Google Shape;285;g32248793e7f_0_0"/>
          <p:cNvSpPr/>
          <p:nvPr/>
        </p:nvSpPr>
        <p:spPr>
          <a:xfrm>
            <a:off x="406260" y="4752208"/>
            <a:ext cx="365100" cy="365100"/>
          </a:xfrm>
          <a:prstGeom prst="ellipse">
            <a:avLst/>
          </a:prstGeom>
          <a:solidFill>
            <a:srgbClr val="FFFFFF"/>
          </a:solidFill>
          <a:ln cap="flat" cmpd="sng" w="28575">
            <a:solidFill>
              <a:srgbClr val="FFFFFF"/>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900"/>
              <a:buFont typeface="Arial"/>
              <a:buNone/>
            </a:pPr>
            <a:r>
              <a:t/>
            </a:r>
            <a:endParaRPr b="0" i="0" sz="1900" u="none" cap="none" strike="noStrike">
              <a:solidFill>
                <a:schemeClr val="lt1"/>
              </a:solidFill>
              <a:latin typeface="Arial"/>
              <a:ea typeface="Arial"/>
              <a:cs typeface="Arial"/>
              <a:sym typeface="Arial"/>
            </a:endParaRPr>
          </a:p>
        </p:txBody>
      </p:sp>
      <p:sp>
        <p:nvSpPr>
          <p:cNvPr id="286" name="Google Shape;286;g32248793e7f_0_0"/>
          <p:cNvSpPr/>
          <p:nvPr/>
        </p:nvSpPr>
        <p:spPr>
          <a:xfrm>
            <a:off x="406260" y="4752208"/>
            <a:ext cx="365100" cy="365100"/>
          </a:xfrm>
          <a:prstGeom prst="ellipse">
            <a:avLst/>
          </a:prstGeom>
          <a:solidFill>
            <a:schemeClr val="accent6">
              <a:alpha val="28627"/>
            </a:schemeClr>
          </a:solidFill>
          <a:ln cap="flat" cmpd="sng" w="28575">
            <a:solidFill>
              <a:schemeClr val="lt1"/>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900"/>
              <a:buFont typeface="Arial"/>
              <a:buNone/>
            </a:pPr>
            <a:r>
              <a:t/>
            </a:r>
            <a:endParaRPr b="0" i="0" sz="1900" u="none" cap="none" strike="noStrike">
              <a:solidFill>
                <a:schemeClr val="lt1"/>
              </a:solidFill>
              <a:latin typeface="Arial"/>
              <a:ea typeface="Arial"/>
              <a:cs typeface="Arial"/>
              <a:sym typeface="Arial"/>
            </a:endParaRPr>
          </a:p>
        </p:txBody>
      </p:sp>
      <p:grpSp>
        <p:nvGrpSpPr>
          <p:cNvPr id="287" name="Google Shape;287;g32248793e7f_0_0"/>
          <p:cNvGrpSpPr/>
          <p:nvPr/>
        </p:nvGrpSpPr>
        <p:grpSpPr>
          <a:xfrm>
            <a:off x="4109417" y="5539799"/>
            <a:ext cx="975146" cy="975148"/>
            <a:chOff x="5829300" y="3162300"/>
            <a:chExt cx="532256" cy="532257"/>
          </a:xfrm>
        </p:grpSpPr>
        <p:sp>
          <p:nvSpPr>
            <p:cNvPr id="288" name="Google Shape;288;g32248793e7f_0_0"/>
            <p:cNvSpPr/>
            <p:nvPr/>
          </p:nvSpPr>
          <p:spPr>
            <a:xfrm>
              <a:off x="5859208" y="3192208"/>
              <a:ext cx="112966" cy="112966"/>
            </a:xfrm>
            <a:custGeom>
              <a:rect b="b" l="l" r="r" t="t"/>
              <a:pathLst>
                <a:path extrusionOk="0" h="112966" w="112966">
                  <a:moveTo>
                    <a:pt x="112967" y="0"/>
                  </a:moveTo>
                  <a:lnTo>
                    <a:pt x="0" y="112967"/>
                  </a:lnTo>
                  <a:cubicBezTo>
                    <a:pt x="25356" y="64747"/>
                    <a:pt x="64747" y="25356"/>
                    <a:pt x="112967" y="0"/>
                  </a:cubicBezTo>
                  <a:close/>
                </a:path>
              </a:pathLst>
            </a:custGeom>
            <a:solidFill>
              <a:schemeClr val="lt1"/>
            </a:solid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900"/>
                <a:buFont typeface="Arial"/>
                <a:buNone/>
              </a:pPr>
              <a:r>
                <a:t/>
              </a:r>
              <a:endParaRPr b="0" i="0" sz="1900" u="none" cap="none" strike="noStrike">
                <a:solidFill>
                  <a:schemeClr val="dk1"/>
                </a:solidFill>
                <a:latin typeface="Arial"/>
                <a:ea typeface="Arial"/>
                <a:cs typeface="Arial"/>
                <a:sym typeface="Arial"/>
              </a:endParaRPr>
            </a:p>
          </p:txBody>
        </p:sp>
        <p:sp>
          <p:nvSpPr>
            <p:cNvPr id="289" name="Google Shape;289;g32248793e7f_0_0"/>
            <p:cNvSpPr/>
            <p:nvPr/>
          </p:nvSpPr>
          <p:spPr>
            <a:xfrm>
              <a:off x="5831205" y="3164205"/>
              <a:ext cx="230314" cy="230314"/>
            </a:xfrm>
            <a:custGeom>
              <a:rect b="b" l="l" r="r" t="t"/>
              <a:pathLst>
                <a:path extrusionOk="0" h="230314" w="230314">
                  <a:moveTo>
                    <a:pt x="230314" y="0"/>
                  </a:moveTo>
                  <a:lnTo>
                    <a:pt x="0" y="230314"/>
                  </a:lnTo>
                  <a:cubicBezTo>
                    <a:pt x="953" y="223361"/>
                    <a:pt x="2095" y="216408"/>
                    <a:pt x="3524" y="209550"/>
                  </a:cubicBezTo>
                  <a:lnTo>
                    <a:pt x="209550" y="3524"/>
                  </a:lnTo>
                  <a:cubicBezTo>
                    <a:pt x="216408" y="2095"/>
                    <a:pt x="223361" y="953"/>
                    <a:pt x="230314" y="0"/>
                  </a:cubicBezTo>
                  <a:close/>
                </a:path>
              </a:pathLst>
            </a:custGeom>
            <a:solidFill>
              <a:schemeClr val="lt1"/>
            </a:solid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900"/>
                <a:buFont typeface="Arial"/>
                <a:buNone/>
              </a:pPr>
              <a:r>
                <a:t/>
              </a:r>
              <a:endParaRPr b="0" i="0" sz="1900" u="none" cap="none" strike="noStrike">
                <a:solidFill>
                  <a:schemeClr val="dk1"/>
                </a:solidFill>
                <a:latin typeface="Arial"/>
                <a:ea typeface="Arial"/>
                <a:cs typeface="Arial"/>
                <a:sym typeface="Arial"/>
              </a:endParaRPr>
            </a:p>
          </p:txBody>
        </p:sp>
        <p:sp>
          <p:nvSpPr>
            <p:cNvPr id="290" name="Google Shape;290;g32248793e7f_0_0"/>
            <p:cNvSpPr/>
            <p:nvPr/>
          </p:nvSpPr>
          <p:spPr>
            <a:xfrm>
              <a:off x="5829300" y="3162300"/>
              <a:ext cx="294131" cy="294131"/>
            </a:xfrm>
            <a:custGeom>
              <a:rect b="b" l="l" r="r" t="t"/>
              <a:pathLst>
                <a:path extrusionOk="0" h="294131" w="294131">
                  <a:moveTo>
                    <a:pt x="294132" y="1238"/>
                  </a:moveTo>
                  <a:lnTo>
                    <a:pt x="1238" y="294132"/>
                  </a:lnTo>
                  <a:cubicBezTo>
                    <a:pt x="667" y="288893"/>
                    <a:pt x="0" y="283559"/>
                    <a:pt x="0" y="278225"/>
                  </a:cubicBezTo>
                  <a:lnTo>
                    <a:pt x="278225" y="0"/>
                  </a:lnTo>
                  <a:cubicBezTo>
                    <a:pt x="283559" y="0"/>
                    <a:pt x="288893" y="667"/>
                    <a:pt x="294132" y="1238"/>
                  </a:cubicBezTo>
                  <a:close/>
                </a:path>
              </a:pathLst>
            </a:custGeom>
            <a:solidFill>
              <a:schemeClr val="lt1"/>
            </a:solid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900"/>
                <a:buFont typeface="Arial"/>
                <a:buNone/>
              </a:pPr>
              <a:r>
                <a:t/>
              </a:r>
              <a:endParaRPr b="0" i="0" sz="1900" u="none" cap="none" strike="noStrike">
                <a:solidFill>
                  <a:schemeClr val="dk1"/>
                </a:solidFill>
                <a:latin typeface="Arial"/>
                <a:ea typeface="Arial"/>
                <a:cs typeface="Arial"/>
                <a:sym typeface="Arial"/>
              </a:endParaRPr>
            </a:p>
          </p:txBody>
        </p:sp>
        <p:sp>
          <p:nvSpPr>
            <p:cNvPr id="291" name="Google Shape;291;g32248793e7f_0_0"/>
            <p:cNvSpPr/>
            <p:nvPr/>
          </p:nvSpPr>
          <p:spPr>
            <a:xfrm>
              <a:off x="5837205" y="3170110"/>
              <a:ext cx="337184" cy="337280"/>
            </a:xfrm>
            <a:custGeom>
              <a:rect b="b" l="l" r="r" t="t"/>
              <a:pathLst>
                <a:path extrusionOk="0" h="337280" w="337184">
                  <a:moveTo>
                    <a:pt x="337185" y="3905"/>
                  </a:moveTo>
                  <a:lnTo>
                    <a:pt x="3810" y="337280"/>
                  </a:lnTo>
                  <a:cubicBezTo>
                    <a:pt x="2381" y="332899"/>
                    <a:pt x="1143" y="328422"/>
                    <a:pt x="0" y="323850"/>
                  </a:cubicBezTo>
                  <a:lnTo>
                    <a:pt x="323850" y="0"/>
                  </a:lnTo>
                  <a:cubicBezTo>
                    <a:pt x="328327" y="1715"/>
                    <a:pt x="332804" y="2477"/>
                    <a:pt x="337185" y="3905"/>
                  </a:cubicBezTo>
                  <a:close/>
                </a:path>
              </a:pathLst>
            </a:custGeom>
            <a:solidFill>
              <a:schemeClr val="lt1"/>
            </a:solid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900"/>
                <a:buFont typeface="Arial"/>
                <a:buNone/>
              </a:pPr>
              <a:r>
                <a:t/>
              </a:r>
              <a:endParaRPr b="0" i="0" sz="1900" u="none" cap="none" strike="noStrike">
                <a:solidFill>
                  <a:schemeClr val="dk1"/>
                </a:solidFill>
                <a:latin typeface="Arial"/>
                <a:ea typeface="Arial"/>
                <a:cs typeface="Arial"/>
                <a:sym typeface="Arial"/>
              </a:endParaRPr>
            </a:p>
          </p:txBody>
        </p:sp>
        <p:sp>
          <p:nvSpPr>
            <p:cNvPr id="292" name="Google Shape;292;g32248793e7f_0_0"/>
            <p:cNvSpPr/>
            <p:nvPr/>
          </p:nvSpPr>
          <p:spPr>
            <a:xfrm>
              <a:off x="5853207" y="3186207"/>
              <a:ext cx="364617" cy="364617"/>
            </a:xfrm>
            <a:custGeom>
              <a:rect b="b" l="l" r="r" t="t"/>
              <a:pathLst>
                <a:path extrusionOk="0" h="364617" w="364617">
                  <a:moveTo>
                    <a:pt x="364617" y="5620"/>
                  </a:moveTo>
                  <a:lnTo>
                    <a:pt x="5620" y="364617"/>
                  </a:lnTo>
                  <a:cubicBezTo>
                    <a:pt x="3620" y="360902"/>
                    <a:pt x="1715" y="357092"/>
                    <a:pt x="0" y="353187"/>
                  </a:cubicBezTo>
                  <a:lnTo>
                    <a:pt x="353187" y="0"/>
                  </a:lnTo>
                  <a:cubicBezTo>
                    <a:pt x="357092" y="1715"/>
                    <a:pt x="360902" y="3715"/>
                    <a:pt x="364617" y="5620"/>
                  </a:cubicBezTo>
                  <a:close/>
                </a:path>
              </a:pathLst>
            </a:custGeom>
            <a:solidFill>
              <a:schemeClr val="lt1"/>
            </a:solid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900"/>
                <a:buFont typeface="Arial"/>
                <a:buNone/>
              </a:pPr>
              <a:r>
                <a:t/>
              </a:r>
              <a:endParaRPr b="0" i="0" sz="1900" u="none" cap="none" strike="noStrike">
                <a:solidFill>
                  <a:schemeClr val="dk1"/>
                </a:solidFill>
                <a:latin typeface="Arial"/>
                <a:ea typeface="Arial"/>
                <a:cs typeface="Arial"/>
                <a:sym typeface="Arial"/>
              </a:endParaRPr>
            </a:p>
          </p:txBody>
        </p:sp>
        <p:sp>
          <p:nvSpPr>
            <p:cNvPr id="293" name="Google Shape;293;g32248793e7f_0_0"/>
            <p:cNvSpPr/>
            <p:nvPr/>
          </p:nvSpPr>
          <p:spPr>
            <a:xfrm>
              <a:off x="5875305" y="3208305"/>
              <a:ext cx="380238" cy="380238"/>
            </a:xfrm>
            <a:custGeom>
              <a:rect b="b" l="l" r="r" t="t"/>
              <a:pathLst>
                <a:path extrusionOk="0" h="380238" w="380238">
                  <a:moveTo>
                    <a:pt x="380238" y="7239"/>
                  </a:moveTo>
                  <a:lnTo>
                    <a:pt x="7239" y="380238"/>
                  </a:lnTo>
                  <a:cubicBezTo>
                    <a:pt x="4763" y="377000"/>
                    <a:pt x="2381" y="373571"/>
                    <a:pt x="0" y="370713"/>
                  </a:cubicBezTo>
                  <a:lnTo>
                    <a:pt x="370237" y="0"/>
                  </a:lnTo>
                  <a:cubicBezTo>
                    <a:pt x="373571" y="2381"/>
                    <a:pt x="377000" y="4763"/>
                    <a:pt x="380238" y="7239"/>
                  </a:cubicBezTo>
                  <a:close/>
                </a:path>
              </a:pathLst>
            </a:custGeom>
            <a:solidFill>
              <a:schemeClr val="lt1"/>
            </a:solid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900"/>
                <a:buFont typeface="Arial"/>
                <a:buNone/>
              </a:pPr>
              <a:r>
                <a:t/>
              </a:r>
              <a:endParaRPr b="0" i="0" sz="1900" u="none" cap="none" strike="noStrike">
                <a:solidFill>
                  <a:schemeClr val="dk1"/>
                </a:solidFill>
                <a:latin typeface="Arial"/>
                <a:ea typeface="Arial"/>
                <a:cs typeface="Arial"/>
                <a:sym typeface="Arial"/>
              </a:endParaRPr>
            </a:p>
          </p:txBody>
        </p:sp>
        <p:sp>
          <p:nvSpPr>
            <p:cNvPr id="294" name="Google Shape;294;g32248793e7f_0_0"/>
            <p:cNvSpPr/>
            <p:nvPr/>
          </p:nvSpPr>
          <p:spPr>
            <a:xfrm>
              <a:off x="5902832" y="3235832"/>
              <a:ext cx="385191" cy="385191"/>
            </a:xfrm>
            <a:custGeom>
              <a:rect b="b" l="l" r="r" t="t"/>
              <a:pathLst>
                <a:path extrusionOk="0" h="385191" w="385191">
                  <a:moveTo>
                    <a:pt x="380905" y="4286"/>
                  </a:moveTo>
                  <a:lnTo>
                    <a:pt x="385191" y="8573"/>
                  </a:lnTo>
                  <a:lnTo>
                    <a:pt x="8573" y="385191"/>
                  </a:lnTo>
                  <a:lnTo>
                    <a:pt x="4286" y="380905"/>
                  </a:lnTo>
                  <a:cubicBezTo>
                    <a:pt x="2762" y="379476"/>
                    <a:pt x="1334" y="377952"/>
                    <a:pt x="0" y="376523"/>
                  </a:cubicBezTo>
                  <a:lnTo>
                    <a:pt x="376523" y="0"/>
                  </a:lnTo>
                  <a:cubicBezTo>
                    <a:pt x="377952" y="1334"/>
                    <a:pt x="379476" y="2667"/>
                    <a:pt x="380905" y="4286"/>
                  </a:cubicBezTo>
                  <a:close/>
                </a:path>
              </a:pathLst>
            </a:custGeom>
            <a:solidFill>
              <a:schemeClr val="lt1"/>
            </a:solid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900"/>
                <a:buFont typeface="Arial"/>
                <a:buNone/>
              </a:pPr>
              <a:r>
                <a:t/>
              </a:r>
              <a:endParaRPr b="0" i="0" sz="1900" u="none" cap="none" strike="noStrike">
                <a:solidFill>
                  <a:schemeClr val="dk1"/>
                </a:solidFill>
                <a:latin typeface="Arial"/>
                <a:ea typeface="Arial"/>
                <a:cs typeface="Arial"/>
                <a:sym typeface="Arial"/>
              </a:endParaRPr>
            </a:p>
          </p:txBody>
        </p:sp>
        <p:sp>
          <p:nvSpPr>
            <p:cNvPr id="295" name="Google Shape;295;g32248793e7f_0_0"/>
            <p:cNvSpPr/>
            <p:nvPr/>
          </p:nvSpPr>
          <p:spPr>
            <a:xfrm>
              <a:off x="5935789" y="3268313"/>
              <a:ext cx="379761" cy="380237"/>
            </a:xfrm>
            <a:custGeom>
              <a:rect b="b" l="l" r="r" t="t"/>
              <a:pathLst>
                <a:path extrusionOk="0" h="380237" w="379761">
                  <a:moveTo>
                    <a:pt x="372428" y="0"/>
                  </a:moveTo>
                  <a:cubicBezTo>
                    <a:pt x="374999" y="3239"/>
                    <a:pt x="377381" y="6572"/>
                    <a:pt x="379762" y="9525"/>
                  </a:cubicBezTo>
                  <a:lnTo>
                    <a:pt x="9525" y="380238"/>
                  </a:lnTo>
                  <a:cubicBezTo>
                    <a:pt x="6096" y="377857"/>
                    <a:pt x="2762" y="375476"/>
                    <a:pt x="0" y="372904"/>
                  </a:cubicBezTo>
                  <a:close/>
                </a:path>
              </a:pathLst>
            </a:custGeom>
            <a:solidFill>
              <a:schemeClr val="lt1"/>
            </a:solid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900"/>
                <a:buFont typeface="Arial"/>
                <a:buNone/>
              </a:pPr>
              <a:r>
                <a:t/>
              </a:r>
              <a:endParaRPr b="0" i="0" sz="1900" u="none" cap="none" strike="noStrike">
                <a:solidFill>
                  <a:schemeClr val="dk1"/>
                </a:solidFill>
                <a:latin typeface="Arial"/>
                <a:ea typeface="Arial"/>
                <a:cs typeface="Arial"/>
                <a:sym typeface="Arial"/>
              </a:endParaRPr>
            </a:p>
          </p:txBody>
        </p:sp>
        <p:sp>
          <p:nvSpPr>
            <p:cNvPr id="296" name="Google Shape;296;g32248793e7f_0_0"/>
            <p:cNvSpPr/>
            <p:nvPr/>
          </p:nvSpPr>
          <p:spPr>
            <a:xfrm>
              <a:off x="5972841" y="3305841"/>
              <a:ext cx="364807" cy="364807"/>
            </a:xfrm>
            <a:custGeom>
              <a:rect b="b" l="l" r="r" t="t"/>
              <a:pathLst>
                <a:path extrusionOk="0" h="364807" w="364807">
                  <a:moveTo>
                    <a:pt x="359188" y="0"/>
                  </a:moveTo>
                  <a:cubicBezTo>
                    <a:pt x="361188" y="3905"/>
                    <a:pt x="362998" y="7715"/>
                    <a:pt x="364808" y="11621"/>
                  </a:cubicBezTo>
                  <a:lnTo>
                    <a:pt x="11621" y="364808"/>
                  </a:lnTo>
                  <a:cubicBezTo>
                    <a:pt x="7715" y="362998"/>
                    <a:pt x="3905" y="361188"/>
                    <a:pt x="0" y="359188"/>
                  </a:cubicBezTo>
                  <a:close/>
                </a:path>
              </a:pathLst>
            </a:custGeom>
            <a:solidFill>
              <a:schemeClr val="lt1"/>
            </a:solid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900"/>
                <a:buFont typeface="Arial"/>
                <a:buNone/>
              </a:pPr>
              <a:r>
                <a:t/>
              </a:r>
              <a:endParaRPr b="0" i="0" sz="1900" u="none" cap="none" strike="noStrike">
                <a:solidFill>
                  <a:schemeClr val="dk1"/>
                </a:solidFill>
                <a:latin typeface="Arial"/>
                <a:ea typeface="Arial"/>
                <a:cs typeface="Arial"/>
                <a:sym typeface="Arial"/>
              </a:endParaRPr>
            </a:p>
          </p:txBody>
        </p:sp>
        <p:sp>
          <p:nvSpPr>
            <p:cNvPr id="297" name="Google Shape;297;g32248793e7f_0_0"/>
            <p:cNvSpPr/>
            <p:nvPr/>
          </p:nvSpPr>
          <p:spPr>
            <a:xfrm>
              <a:off x="6016370" y="3349466"/>
              <a:ext cx="337280" cy="337280"/>
            </a:xfrm>
            <a:custGeom>
              <a:rect b="b" l="l" r="r" t="t"/>
              <a:pathLst>
                <a:path extrusionOk="0" h="337280" w="337280">
                  <a:moveTo>
                    <a:pt x="333470" y="0"/>
                  </a:moveTo>
                  <a:cubicBezTo>
                    <a:pt x="334899" y="4382"/>
                    <a:pt x="336137" y="8858"/>
                    <a:pt x="337280" y="13430"/>
                  </a:cubicBezTo>
                  <a:lnTo>
                    <a:pt x="13430" y="337280"/>
                  </a:lnTo>
                  <a:cubicBezTo>
                    <a:pt x="8858" y="336137"/>
                    <a:pt x="4382" y="334899"/>
                    <a:pt x="0" y="333470"/>
                  </a:cubicBezTo>
                  <a:close/>
                </a:path>
              </a:pathLst>
            </a:custGeom>
            <a:solidFill>
              <a:schemeClr val="lt1"/>
            </a:solid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900"/>
                <a:buFont typeface="Arial"/>
                <a:buNone/>
              </a:pPr>
              <a:r>
                <a:t/>
              </a:r>
              <a:endParaRPr b="0" i="0" sz="1900" u="none" cap="none" strike="noStrike">
                <a:solidFill>
                  <a:schemeClr val="dk1"/>
                </a:solidFill>
                <a:latin typeface="Arial"/>
                <a:ea typeface="Arial"/>
                <a:cs typeface="Arial"/>
                <a:sym typeface="Arial"/>
              </a:endParaRPr>
            </a:p>
          </p:txBody>
        </p:sp>
        <p:sp>
          <p:nvSpPr>
            <p:cNvPr id="298" name="Google Shape;298;g32248793e7f_0_0"/>
            <p:cNvSpPr/>
            <p:nvPr/>
          </p:nvSpPr>
          <p:spPr>
            <a:xfrm>
              <a:off x="6067329" y="3400425"/>
              <a:ext cx="294227" cy="294132"/>
            </a:xfrm>
            <a:custGeom>
              <a:rect b="b" l="l" r="r" t="t"/>
              <a:pathLst>
                <a:path extrusionOk="0" h="294132" w="294227">
                  <a:moveTo>
                    <a:pt x="292989" y="0"/>
                  </a:moveTo>
                  <a:cubicBezTo>
                    <a:pt x="293561" y="5334"/>
                    <a:pt x="293942" y="10668"/>
                    <a:pt x="294227" y="15907"/>
                  </a:cubicBezTo>
                  <a:lnTo>
                    <a:pt x="15907" y="294132"/>
                  </a:lnTo>
                  <a:cubicBezTo>
                    <a:pt x="10668" y="294132"/>
                    <a:pt x="5334" y="293465"/>
                    <a:pt x="0" y="292894"/>
                  </a:cubicBezTo>
                  <a:close/>
                </a:path>
              </a:pathLst>
            </a:custGeom>
            <a:solidFill>
              <a:schemeClr val="lt1"/>
            </a:solid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900"/>
                <a:buFont typeface="Arial"/>
                <a:buNone/>
              </a:pPr>
              <a:r>
                <a:t/>
              </a:r>
              <a:endParaRPr b="0" i="0" sz="1900" u="none" cap="none" strike="noStrike">
                <a:solidFill>
                  <a:schemeClr val="dk1"/>
                </a:solidFill>
                <a:latin typeface="Arial"/>
                <a:ea typeface="Arial"/>
                <a:cs typeface="Arial"/>
                <a:sym typeface="Arial"/>
              </a:endParaRPr>
            </a:p>
          </p:txBody>
        </p:sp>
        <p:sp>
          <p:nvSpPr>
            <p:cNvPr id="299" name="Google Shape;299;g32248793e7f_0_0"/>
            <p:cNvSpPr/>
            <p:nvPr/>
          </p:nvSpPr>
          <p:spPr>
            <a:xfrm>
              <a:off x="6129337" y="3462337"/>
              <a:ext cx="230314" cy="230314"/>
            </a:xfrm>
            <a:custGeom>
              <a:rect b="b" l="l" r="r" t="t"/>
              <a:pathLst>
                <a:path extrusionOk="0" h="230314" w="230314">
                  <a:moveTo>
                    <a:pt x="230315" y="0"/>
                  </a:moveTo>
                  <a:cubicBezTo>
                    <a:pt x="229457" y="6953"/>
                    <a:pt x="228314" y="13716"/>
                    <a:pt x="226886" y="20574"/>
                  </a:cubicBezTo>
                  <a:lnTo>
                    <a:pt x="20669" y="226790"/>
                  </a:lnTo>
                  <a:cubicBezTo>
                    <a:pt x="13811" y="228314"/>
                    <a:pt x="6953" y="229457"/>
                    <a:pt x="0" y="230315"/>
                  </a:cubicBezTo>
                  <a:close/>
                </a:path>
              </a:pathLst>
            </a:custGeom>
            <a:solidFill>
              <a:schemeClr val="lt1"/>
            </a:solid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900"/>
                <a:buFont typeface="Arial"/>
                <a:buNone/>
              </a:pPr>
              <a:r>
                <a:t/>
              </a:r>
              <a:endParaRPr b="0" i="0" sz="1900" u="none" cap="none" strike="noStrike">
                <a:solidFill>
                  <a:schemeClr val="dk1"/>
                </a:solidFill>
                <a:latin typeface="Arial"/>
                <a:ea typeface="Arial"/>
                <a:cs typeface="Arial"/>
                <a:sym typeface="Arial"/>
              </a:endParaRPr>
            </a:p>
          </p:txBody>
        </p:sp>
        <p:sp>
          <p:nvSpPr>
            <p:cNvPr id="300" name="Google Shape;300;g32248793e7f_0_0"/>
            <p:cNvSpPr/>
            <p:nvPr/>
          </p:nvSpPr>
          <p:spPr>
            <a:xfrm>
              <a:off x="6218682" y="3551682"/>
              <a:ext cx="112871" cy="112871"/>
            </a:xfrm>
            <a:custGeom>
              <a:rect b="b" l="l" r="r" t="t"/>
              <a:pathLst>
                <a:path extrusionOk="0" h="112871" w="112871">
                  <a:moveTo>
                    <a:pt x="112871" y="0"/>
                  </a:moveTo>
                  <a:cubicBezTo>
                    <a:pt x="87618" y="48239"/>
                    <a:pt x="48239" y="87618"/>
                    <a:pt x="0" y="112871"/>
                  </a:cubicBezTo>
                  <a:close/>
                </a:path>
              </a:pathLst>
            </a:custGeom>
            <a:solidFill>
              <a:schemeClr val="lt1"/>
            </a:solid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900"/>
                <a:buFont typeface="Arial"/>
                <a:buNone/>
              </a:pPr>
              <a:r>
                <a:t/>
              </a:r>
              <a:endParaRPr b="0" i="0" sz="1900" u="none" cap="none" strike="noStrike">
                <a:solidFill>
                  <a:schemeClr val="dk1"/>
                </a:solidFill>
                <a:latin typeface="Arial"/>
                <a:ea typeface="Arial"/>
                <a:cs typeface="Arial"/>
                <a:sym typeface="Arial"/>
              </a:endParaRPr>
            </a:p>
          </p:txBody>
        </p:sp>
      </p:grpSp>
      <p:grpSp>
        <p:nvGrpSpPr>
          <p:cNvPr id="301" name="Google Shape;301;g32248793e7f_0_0"/>
          <p:cNvGrpSpPr/>
          <p:nvPr/>
        </p:nvGrpSpPr>
        <p:grpSpPr>
          <a:xfrm>
            <a:off x="5410645" y="488575"/>
            <a:ext cx="6448735" cy="5856740"/>
            <a:chOff x="-73494" y="11035"/>
            <a:chExt cx="6448735" cy="5856740"/>
          </a:xfrm>
        </p:grpSpPr>
        <p:sp>
          <p:nvSpPr>
            <p:cNvPr id="302" name="Google Shape;302;g32248793e7f_0_0"/>
            <p:cNvSpPr/>
            <p:nvPr/>
          </p:nvSpPr>
          <p:spPr>
            <a:xfrm>
              <a:off x="-73494" y="11035"/>
              <a:ext cx="6301500" cy="1233000"/>
            </a:xfrm>
            <a:prstGeom prst="roundRect">
              <a:avLst>
                <a:gd fmla="val 10000" name="adj"/>
              </a:avLst>
            </a:prstGeom>
            <a:solidFill>
              <a:srgbClr val="F2F2F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03" name="Google Shape;303;g32248793e7f_0_0"/>
            <p:cNvSpPr/>
            <p:nvPr/>
          </p:nvSpPr>
          <p:spPr>
            <a:xfrm>
              <a:off x="299486" y="288460"/>
              <a:ext cx="678000" cy="678000"/>
            </a:xfrm>
            <a:prstGeom prst="rect">
              <a:avLst/>
            </a:prstGeom>
            <a:blipFill rotWithShape="1">
              <a:blip r:embed="rId3">
                <a:alphaModFix/>
              </a:blip>
              <a:stretch>
                <a:fillRect b="0" l="0" r="0" t="0"/>
              </a:stretch>
            </a:blip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04" name="Google Shape;304;g32248793e7f_0_0"/>
            <p:cNvSpPr/>
            <p:nvPr/>
          </p:nvSpPr>
          <p:spPr>
            <a:xfrm>
              <a:off x="1350617" y="11035"/>
              <a:ext cx="4874700" cy="1233000"/>
            </a:xfrm>
            <a:prstGeom prst="rect">
              <a:avLst/>
            </a:prstGeom>
            <a:no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05" name="Google Shape;305;g32248793e7f_0_0"/>
            <p:cNvSpPr txBox="1"/>
            <p:nvPr/>
          </p:nvSpPr>
          <p:spPr>
            <a:xfrm>
              <a:off x="1350617" y="11035"/>
              <a:ext cx="4874700" cy="1233000"/>
            </a:xfrm>
            <a:prstGeom prst="rect">
              <a:avLst/>
            </a:prstGeom>
            <a:noFill/>
            <a:ln>
              <a:noFill/>
            </a:ln>
          </p:spPr>
          <p:txBody>
            <a:bodyPr anchorCtr="0" anchor="ctr" bIns="130475" lIns="130475" spcFirstLastPara="1" rIns="130475" wrap="square" tIns="130475">
              <a:noAutofit/>
            </a:bodyPr>
            <a:lstStyle/>
            <a:p>
              <a:pPr indent="0" lvl="0" marL="0" marR="0" rtl="0" algn="l">
                <a:lnSpc>
                  <a:spcPct val="100000"/>
                </a:lnSpc>
                <a:spcBef>
                  <a:spcPts val="0"/>
                </a:spcBef>
                <a:spcAft>
                  <a:spcPts val="0"/>
                </a:spcAft>
                <a:buClr>
                  <a:schemeClr val="dk1"/>
                </a:buClr>
                <a:buSzPts val="2400"/>
                <a:buFont typeface="Arial"/>
                <a:buNone/>
              </a:pPr>
              <a:r>
                <a:rPr b="0" i="0" lang="en-US" sz="2400" u="none" cap="none" strike="noStrike">
                  <a:solidFill>
                    <a:schemeClr val="dk1"/>
                  </a:solidFill>
                  <a:latin typeface="Arial"/>
                  <a:ea typeface="Arial"/>
                  <a:cs typeface="Arial"/>
                  <a:sym typeface="Arial"/>
                </a:rPr>
                <a:t>Join us for the upcoming weekly sessions this Spring 2025!</a:t>
              </a:r>
              <a:endParaRPr b="0" i="0" sz="2400" u="none" cap="none" strike="noStrike">
                <a:solidFill>
                  <a:schemeClr val="dk1"/>
                </a:solidFill>
                <a:latin typeface="Arial"/>
                <a:ea typeface="Arial"/>
                <a:cs typeface="Arial"/>
                <a:sym typeface="Arial"/>
              </a:endParaRPr>
            </a:p>
          </p:txBody>
        </p:sp>
        <p:sp>
          <p:nvSpPr>
            <p:cNvPr id="306" name="Google Shape;306;g32248793e7f_0_0"/>
            <p:cNvSpPr/>
            <p:nvPr/>
          </p:nvSpPr>
          <p:spPr>
            <a:xfrm>
              <a:off x="-73494" y="1552282"/>
              <a:ext cx="6301500" cy="1233000"/>
            </a:xfrm>
            <a:prstGeom prst="roundRect">
              <a:avLst>
                <a:gd fmla="val 10000" name="adj"/>
              </a:avLst>
            </a:prstGeom>
            <a:solidFill>
              <a:srgbClr val="F2F2F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07" name="Google Shape;307;g32248793e7f_0_0"/>
            <p:cNvSpPr/>
            <p:nvPr/>
          </p:nvSpPr>
          <p:spPr>
            <a:xfrm>
              <a:off x="299486" y="1829706"/>
              <a:ext cx="678000" cy="678000"/>
            </a:xfrm>
            <a:prstGeom prst="rect">
              <a:avLst/>
            </a:prstGeom>
            <a:blipFill rotWithShape="1">
              <a:blip r:embed="rId4">
                <a:alphaModFix/>
              </a:blip>
              <a:stretch>
                <a:fillRect b="0" l="0" r="0" t="0"/>
              </a:stretch>
            </a:blip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08" name="Google Shape;308;g32248793e7f_0_0"/>
            <p:cNvSpPr/>
            <p:nvPr/>
          </p:nvSpPr>
          <p:spPr>
            <a:xfrm>
              <a:off x="1350617" y="1552282"/>
              <a:ext cx="4874700" cy="1233000"/>
            </a:xfrm>
            <a:prstGeom prst="rect">
              <a:avLst/>
            </a:prstGeom>
            <a:no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09" name="Google Shape;309;g32248793e7f_0_0"/>
            <p:cNvSpPr txBox="1"/>
            <p:nvPr/>
          </p:nvSpPr>
          <p:spPr>
            <a:xfrm>
              <a:off x="1350617" y="1552282"/>
              <a:ext cx="4874700" cy="1233000"/>
            </a:xfrm>
            <a:prstGeom prst="rect">
              <a:avLst/>
            </a:prstGeom>
            <a:noFill/>
            <a:ln>
              <a:noFill/>
            </a:ln>
          </p:spPr>
          <p:txBody>
            <a:bodyPr anchorCtr="0" anchor="ctr" bIns="130475" lIns="130475" spcFirstLastPara="1" rIns="130475" wrap="square" tIns="130475">
              <a:noAutofit/>
            </a:bodyPr>
            <a:lstStyle/>
            <a:p>
              <a:pPr indent="0" lvl="0" marL="0" marR="0" rtl="0" algn="l">
                <a:lnSpc>
                  <a:spcPct val="100000"/>
                </a:lnSpc>
                <a:spcBef>
                  <a:spcPts val="0"/>
                </a:spcBef>
                <a:spcAft>
                  <a:spcPts val="0"/>
                </a:spcAft>
                <a:buClr>
                  <a:srgbClr val="000000"/>
                </a:buClr>
                <a:buSzPts val="1600"/>
                <a:buFont typeface="Arial"/>
                <a:buNone/>
              </a:pPr>
              <a:r>
                <a:rPr b="1" i="0" lang="en-US" sz="1600" u="none" cap="none" strike="noStrike">
                  <a:solidFill>
                    <a:schemeClr val="dk1"/>
                  </a:solidFill>
                  <a:latin typeface="Arial"/>
                  <a:ea typeface="Arial"/>
                  <a:cs typeface="Arial"/>
                  <a:sym typeface="Arial"/>
                </a:rPr>
                <a:t>Monday: </a:t>
              </a:r>
              <a:r>
                <a:rPr b="0" i="0" lang="en-US" sz="1600" u="none" cap="none" strike="noStrike">
                  <a:solidFill>
                    <a:schemeClr val="dk1"/>
                  </a:solidFill>
                  <a:latin typeface="Arial"/>
                  <a:ea typeface="Arial"/>
                  <a:cs typeface="Arial"/>
                  <a:sym typeface="Arial"/>
                </a:rPr>
                <a:t>1PM &amp; 2PM </a:t>
              </a:r>
              <a:endParaRPr b="0" i="0" sz="1600" u="none" cap="none" strike="noStrike">
                <a:solidFill>
                  <a:schemeClr val="dk1"/>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1600"/>
                <a:buFont typeface="Arial"/>
                <a:buNone/>
              </a:pPr>
              <a:r>
                <a:rPr b="1" i="0" lang="en-US" sz="1600" u="none" cap="none" strike="noStrike">
                  <a:solidFill>
                    <a:schemeClr val="dk1"/>
                  </a:solidFill>
                  <a:latin typeface="Arial"/>
                  <a:ea typeface="Arial"/>
                  <a:cs typeface="Arial"/>
                  <a:sym typeface="Arial"/>
                </a:rPr>
                <a:t>Tuesdays: </a:t>
              </a:r>
              <a:r>
                <a:rPr b="0" i="0" lang="en-US" sz="1600" u="none" cap="none" strike="noStrike">
                  <a:solidFill>
                    <a:schemeClr val="dk1"/>
                  </a:solidFill>
                  <a:latin typeface="Arial"/>
                  <a:ea typeface="Arial"/>
                  <a:cs typeface="Arial"/>
                  <a:sym typeface="Arial"/>
                </a:rPr>
                <a:t>1PM </a:t>
              </a:r>
              <a:endParaRPr b="0" i="0" sz="1600" u="none" cap="none" strike="noStrike">
                <a:solidFill>
                  <a:schemeClr val="dk1"/>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1600"/>
                <a:buFont typeface="Arial"/>
                <a:buNone/>
              </a:pPr>
              <a:r>
                <a:rPr b="1" i="0" lang="en-US" sz="1600" u="none" cap="none" strike="noStrike">
                  <a:solidFill>
                    <a:schemeClr val="dk1"/>
                  </a:solidFill>
                  <a:latin typeface="Arial"/>
                  <a:ea typeface="Arial"/>
                  <a:cs typeface="Arial"/>
                  <a:sym typeface="Arial"/>
                </a:rPr>
                <a:t>Wednesdays: </a:t>
              </a:r>
              <a:r>
                <a:rPr b="0" i="0" lang="en-US" sz="1600" u="none" cap="none" strike="noStrike">
                  <a:solidFill>
                    <a:schemeClr val="dk1"/>
                  </a:solidFill>
                  <a:latin typeface="Arial"/>
                  <a:ea typeface="Arial"/>
                  <a:cs typeface="Arial"/>
                  <a:sym typeface="Arial"/>
                </a:rPr>
                <a:t>2PM </a:t>
              </a:r>
              <a:endParaRPr b="0" i="0" sz="1600" u="none" cap="none" strike="noStrike">
                <a:solidFill>
                  <a:schemeClr val="dk1"/>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1600"/>
                <a:buFont typeface="Arial"/>
                <a:buNone/>
              </a:pPr>
              <a:r>
                <a:rPr b="1" i="0" lang="en-US" sz="1600" u="none" cap="none" strike="noStrike">
                  <a:solidFill>
                    <a:schemeClr val="dk1"/>
                  </a:solidFill>
                  <a:latin typeface="Arial"/>
                  <a:ea typeface="Arial"/>
                  <a:cs typeface="Arial"/>
                  <a:sym typeface="Arial"/>
                </a:rPr>
                <a:t>Thursdays: </a:t>
              </a:r>
              <a:r>
                <a:rPr b="0" i="0" lang="en-US" sz="1600" u="none" cap="none" strike="noStrike">
                  <a:solidFill>
                    <a:schemeClr val="dk1"/>
                  </a:solidFill>
                  <a:latin typeface="Arial"/>
                  <a:ea typeface="Arial"/>
                  <a:cs typeface="Arial"/>
                  <a:sym typeface="Arial"/>
                </a:rPr>
                <a:t>1PM , 2PM &amp; 3PM </a:t>
              </a:r>
              <a:endParaRPr b="0" i="0" sz="15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1600"/>
                <a:buFont typeface="Arial"/>
                <a:buNone/>
              </a:pPr>
              <a:r>
                <a:rPr b="1" i="0" lang="en-US" sz="1600" u="none" cap="none" strike="noStrike">
                  <a:solidFill>
                    <a:schemeClr val="dk1"/>
                  </a:solidFill>
                  <a:latin typeface="Arial"/>
                  <a:ea typeface="Arial"/>
                  <a:cs typeface="Arial"/>
                  <a:sym typeface="Arial"/>
                </a:rPr>
                <a:t>Friday: </a:t>
              </a:r>
              <a:r>
                <a:rPr b="0" i="0" lang="en-US" sz="1600" u="none" cap="none" strike="noStrike">
                  <a:solidFill>
                    <a:schemeClr val="dk1"/>
                  </a:solidFill>
                  <a:latin typeface="Arial"/>
                  <a:ea typeface="Arial"/>
                  <a:cs typeface="Arial"/>
                  <a:sym typeface="Arial"/>
                </a:rPr>
                <a:t>2PM &amp; 3PM </a:t>
              </a:r>
              <a:endParaRPr b="0" i="0" sz="1500" u="none" cap="none" strike="noStrike">
                <a:solidFill>
                  <a:srgbClr val="000000"/>
                </a:solidFill>
                <a:latin typeface="Arial"/>
                <a:ea typeface="Arial"/>
                <a:cs typeface="Arial"/>
                <a:sym typeface="Arial"/>
              </a:endParaRPr>
            </a:p>
          </p:txBody>
        </p:sp>
        <p:sp>
          <p:nvSpPr>
            <p:cNvPr id="310" name="Google Shape;310;g32248793e7f_0_0"/>
            <p:cNvSpPr/>
            <p:nvPr/>
          </p:nvSpPr>
          <p:spPr>
            <a:xfrm>
              <a:off x="-73494" y="3093529"/>
              <a:ext cx="6301500" cy="1233000"/>
            </a:xfrm>
            <a:prstGeom prst="roundRect">
              <a:avLst>
                <a:gd fmla="val 10000" name="adj"/>
              </a:avLst>
            </a:prstGeom>
            <a:solidFill>
              <a:srgbClr val="F2F2F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11" name="Google Shape;311;g32248793e7f_0_0"/>
            <p:cNvSpPr/>
            <p:nvPr/>
          </p:nvSpPr>
          <p:spPr>
            <a:xfrm>
              <a:off x="299486" y="3370953"/>
              <a:ext cx="678000" cy="678000"/>
            </a:xfrm>
            <a:prstGeom prst="rect">
              <a:avLst/>
            </a:prstGeom>
            <a:blipFill rotWithShape="1">
              <a:blip r:embed="rId5">
                <a:alphaModFix/>
              </a:blip>
              <a:stretch>
                <a:fillRect b="0" l="0" r="0" t="0"/>
              </a:stretch>
            </a:blip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12" name="Google Shape;312;g32248793e7f_0_0"/>
            <p:cNvSpPr/>
            <p:nvPr/>
          </p:nvSpPr>
          <p:spPr>
            <a:xfrm>
              <a:off x="1350617" y="3093529"/>
              <a:ext cx="4874700" cy="1233000"/>
            </a:xfrm>
            <a:prstGeom prst="rect">
              <a:avLst/>
            </a:prstGeom>
            <a:no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13" name="Google Shape;313;g32248793e7f_0_0"/>
            <p:cNvSpPr txBox="1"/>
            <p:nvPr/>
          </p:nvSpPr>
          <p:spPr>
            <a:xfrm>
              <a:off x="1350617" y="3093529"/>
              <a:ext cx="4874700" cy="1233000"/>
            </a:xfrm>
            <a:prstGeom prst="rect">
              <a:avLst/>
            </a:prstGeom>
            <a:noFill/>
            <a:ln>
              <a:noFill/>
            </a:ln>
          </p:spPr>
          <p:txBody>
            <a:bodyPr anchorCtr="0" anchor="ctr" bIns="130475" lIns="130475" spcFirstLastPara="1" rIns="130475" wrap="square" tIns="130475">
              <a:noAutofit/>
            </a:bodyPr>
            <a:lstStyle/>
            <a:p>
              <a:pPr indent="0" lvl="0" marL="0" marR="0" rtl="0" algn="l">
                <a:lnSpc>
                  <a:spcPct val="100000"/>
                </a:lnSpc>
                <a:spcBef>
                  <a:spcPts val="0"/>
                </a:spcBef>
                <a:spcAft>
                  <a:spcPts val="0"/>
                </a:spcAft>
                <a:buClr>
                  <a:schemeClr val="dk1"/>
                </a:buClr>
                <a:buSzPts val="2800"/>
                <a:buFont typeface="Arial"/>
                <a:buNone/>
              </a:pPr>
              <a:r>
                <a:rPr b="0" i="0" lang="en-US" sz="2800" u="none" cap="none" strike="noStrike">
                  <a:solidFill>
                    <a:schemeClr val="dk1"/>
                  </a:solidFill>
                  <a:latin typeface="Arial"/>
                  <a:ea typeface="Arial"/>
                  <a:cs typeface="Arial"/>
                  <a:sym typeface="Arial"/>
                </a:rPr>
                <a:t>RSVP </a:t>
              </a:r>
              <a:r>
                <a:rPr b="0" i="0" lang="en-US" sz="2500" u="none" cap="none" strike="noStrike">
                  <a:solidFill>
                    <a:schemeClr val="dk1"/>
                  </a:solidFill>
                  <a:latin typeface="Arial"/>
                  <a:ea typeface="Arial"/>
                  <a:cs typeface="Arial"/>
                  <a:sym typeface="Arial"/>
                </a:rPr>
                <a:t>LU.MA/CODECRUNCH</a:t>
              </a:r>
              <a:endParaRPr b="0" i="0" sz="1200" u="none" cap="none" strike="noStrike">
                <a:solidFill>
                  <a:srgbClr val="000000"/>
                </a:solidFill>
                <a:latin typeface="Arial"/>
                <a:ea typeface="Arial"/>
                <a:cs typeface="Arial"/>
                <a:sym typeface="Arial"/>
              </a:endParaRPr>
            </a:p>
          </p:txBody>
        </p:sp>
        <p:sp>
          <p:nvSpPr>
            <p:cNvPr id="314" name="Google Shape;314;g32248793e7f_0_0"/>
            <p:cNvSpPr/>
            <p:nvPr/>
          </p:nvSpPr>
          <p:spPr>
            <a:xfrm>
              <a:off x="-73494" y="4634775"/>
              <a:ext cx="6301500" cy="1233000"/>
            </a:xfrm>
            <a:prstGeom prst="roundRect">
              <a:avLst>
                <a:gd fmla="val 10000" name="adj"/>
              </a:avLst>
            </a:prstGeom>
            <a:solidFill>
              <a:srgbClr val="F2F2F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15" name="Google Shape;315;g32248793e7f_0_0"/>
            <p:cNvSpPr/>
            <p:nvPr/>
          </p:nvSpPr>
          <p:spPr>
            <a:xfrm>
              <a:off x="299486" y="4912200"/>
              <a:ext cx="678000" cy="678000"/>
            </a:xfrm>
            <a:prstGeom prst="rect">
              <a:avLst/>
            </a:prstGeom>
            <a:blipFill rotWithShape="1">
              <a:blip r:embed="rId6">
                <a:alphaModFix/>
              </a:blip>
              <a:stretch>
                <a:fillRect b="0" l="0" r="0" t="0"/>
              </a:stretch>
            </a:blipFill>
            <a:ln cap="flat" cmpd="sng" w="19050">
              <a:solidFill>
                <a:schemeClr val="lt1">
                  <a:alpha val="0"/>
                </a:schemeClr>
              </a:solidFill>
              <a:prstDash val="solid"/>
              <a:miter lim="800000"/>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16" name="Google Shape;316;g32248793e7f_0_0"/>
            <p:cNvSpPr/>
            <p:nvPr/>
          </p:nvSpPr>
          <p:spPr>
            <a:xfrm>
              <a:off x="1200841" y="4634775"/>
              <a:ext cx="5174400" cy="1233000"/>
            </a:xfrm>
            <a:prstGeom prst="rect">
              <a:avLst/>
            </a:prstGeom>
            <a:no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17" name="Google Shape;317;g32248793e7f_0_0"/>
            <p:cNvSpPr txBox="1"/>
            <p:nvPr/>
          </p:nvSpPr>
          <p:spPr>
            <a:xfrm>
              <a:off x="1200841" y="4634775"/>
              <a:ext cx="5174400" cy="1233000"/>
            </a:xfrm>
            <a:prstGeom prst="rect">
              <a:avLst/>
            </a:prstGeom>
            <a:noFill/>
            <a:ln>
              <a:noFill/>
            </a:ln>
          </p:spPr>
          <p:txBody>
            <a:bodyPr anchorCtr="0" anchor="ctr" bIns="130475" lIns="130475" spcFirstLastPara="1" rIns="130475" wrap="square" tIns="130475">
              <a:noAutofit/>
            </a:bodyPr>
            <a:lstStyle/>
            <a:p>
              <a:pPr indent="0" lvl="0" marL="0" marR="0" rtl="0" algn="l">
                <a:lnSpc>
                  <a:spcPct val="100000"/>
                </a:lnSpc>
                <a:spcBef>
                  <a:spcPts val="0"/>
                </a:spcBef>
                <a:spcAft>
                  <a:spcPts val="0"/>
                </a:spcAft>
                <a:buClr>
                  <a:schemeClr val="dk1"/>
                </a:buClr>
                <a:buSzPts val="1900"/>
                <a:buFont typeface="Arial"/>
                <a:buNone/>
              </a:pPr>
              <a:r>
                <a:rPr b="0" i="0" lang="en-US" sz="1900" u="none" cap="none" strike="noStrike">
                  <a:solidFill>
                    <a:schemeClr val="dk1"/>
                  </a:solidFill>
                  <a:latin typeface="Arial"/>
                  <a:ea typeface="Arial"/>
                  <a:cs typeface="Arial"/>
                  <a:sym typeface="Arial"/>
                </a:rPr>
                <a:t>Your feedback helps us improve. Share your thoughts!</a:t>
              </a:r>
              <a:br>
                <a:rPr b="0" i="0" lang="en-US" sz="1900" u="none" cap="none" strike="noStrike">
                  <a:solidFill>
                    <a:schemeClr val="dk1"/>
                  </a:solidFill>
                  <a:latin typeface="Arial"/>
                  <a:ea typeface="Arial"/>
                  <a:cs typeface="Arial"/>
                  <a:sym typeface="Arial"/>
                </a:rPr>
              </a:br>
              <a:r>
                <a:rPr b="1" i="0" lang="en-US" sz="1900" u="none" cap="none" strike="noStrike">
                  <a:solidFill>
                    <a:schemeClr val="dk1"/>
                  </a:solidFill>
                  <a:latin typeface="Arial"/>
                  <a:ea typeface="Arial"/>
                  <a:cs typeface="Arial"/>
                  <a:sym typeface="Arial"/>
                </a:rPr>
                <a:t>Go to our website: </a:t>
              </a:r>
              <a:r>
                <a:rPr b="0" i="0" lang="en-US" sz="1900" u="none" cap="none" strike="noStrike">
                  <a:solidFill>
                    <a:schemeClr val="dk1"/>
                  </a:solidFill>
                  <a:latin typeface="Arial"/>
                  <a:ea typeface="Arial"/>
                  <a:cs typeface="Arial"/>
                  <a:sym typeface="Arial"/>
                </a:rPr>
                <a:t>go.fiu.edu/codecrunch</a:t>
              </a:r>
              <a:endParaRPr b="0" i="0" sz="1900" u="none" cap="none" strike="noStrike">
                <a:solidFill>
                  <a:schemeClr val="dk1"/>
                </a:solidFill>
                <a:latin typeface="Arial"/>
                <a:ea typeface="Arial"/>
                <a:cs typeface="Arial"/>
                <a:sym typeface="Arial"/>
              </a:endParaRPr>
            </a:p>
          </p:txBody>
        </p:sp>
      </p:grpSp>
      <p:pic>
        <p:nvPicPr>
          <p:cNvPr id="318" name="Google Shape;318;g32248793e7f_0_0"/>
          <p:cNvPicPr preferRelativeResize="0"/>
          <p:nvPr/>
        </p:nvPicPr>
        <p:blipFill rotWithShape="1">
          <a:blip r:embed="rId7">
            <a:alphaModFix/>
          </a:blip>
          <a:srcRect b="0" l="0" r="0" t="0"/>
          <a:stretch/>
        </p:blipFill>
        <p:spPr>
          <a:xfrm>
            <a:off x="1709369" y="4633800"/>
            <a:ext cx="1461966" cy="1446766"/>
          </a:xfrm>
          <a:prstGeom prst="rect">
            <a:avLst/>
          </a:prstGeom>
          <a:noFill/>
          <a:ln>
            <a:noFill/>
          </a:ln>
        </p:spPr>
      </p:pic>
      <p:pic>
        <p:nvPicPr>
          <p:cNvPr id="319" name="Google Shape;319;g32248793e7f_0_0"/>
          <p:cNvPicPr preferRelativeResize="0"/>
          <p:nvPr/>
        </p:nvPicPr>
        <p:blipFill rotWithShape="1">
          <a:blip r:embed="rId8">
            <a:alphaModFix/>
          </a:blip>
          <a:srcRect b="0" l="0" r="0" t="0"/>
          <a:stretch/>
        </p:blipFill>
        <p:spPr>
          <a:xfrm>
            <a:off x="1359351" y="1084525"/>
            <a:ext cx="2171899" cy="2171926"/>
          </a:xfrm>
          <a:prstGeom prst="rect">
            <a:avLst/>
          </a:prstGeom>
          <a:noFill/>
          <a:ln>
            <a:noFill/>
          </a:ln>
        </p:spPr>
      </p:pic>
    </p:spTree>
  </p:cSld>
  <p:clrMapOvr>
    <a:masterClrMapping/>
  </p:clrMapOvr>
</p:sld>
</file>

<file path=ppt/theme/theme1.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erms:created xsi:type="dcterms:W3CDTF">2024-09-23T23:44:58Z</dcterms:created>
  <dc:creator>Amilcar Pena</dc:creator>
</cp:coreProperties>
</file>